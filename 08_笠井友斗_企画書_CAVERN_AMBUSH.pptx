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0"/>
  </p:notesMasterIdLst>
  <p:sldIdLst>
    <p:sldId id="256" r:id="rId5"/>
    <p:sldId id="257" r:id="rId6"/>
    <p:sldId id="261" r:id="rId7"/>
    <p:sldId id="258" r:id="rId8"/>
    <p:sldId id="259"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88BD6E-9FC9-7EF2-FF89-C47273ED0090}" v="1" dt="2026-10-02T05:04:31.8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76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片山 創太" userId="S::ca01264009@st.kawahara.ac.jp::3162e4e4-fb20-4aaf-9d89-ebd1feec48e1" providerId="AD" clId="Web-{4F88BD6E-9FC9-7EF2-FF89-C47273ED0090}"/>
    <pc:docChg chg="modSld">
      <pc:chgData name="片山 創太" userId="S::ca01264009@st.kawahara.ac.jp::3162e4e4-fb20-4aaf-9d89-ebd1feec48e1" providerId="AD" clId="Web-{4F88BD6E-9FC9-7EF2-FF89-C47273ED0090}" dt="2026-10-02T05:04:31.850" v="0" actId="1076"/>
      <pc:docMkLst>
        <pc:docMk/>
      </pc:docMkLst>
      <pc:sldChg chg="modSp">
        <pc:chgData name="片山 創太" userId="S::ca01264009@st.kawahara.ac.jp::3162e4e4-fb20-4aaf-9d89-ebd1feec48e1" providerId="AD" clId="Web-{4F88BD6E-9FC9-7EF2-FF89-C47273ED0090}" dt="2026-10-02T05:04:31.850" v="0" actId="1076"/>
        <pc:sldMkLst>
          <pc:docMk/>
          <pc:sldMk cId="0" sldId="258"/>
        </pc:sldMkLst>
        <pc:spChg chg="mod">
          <ac:chgData name="片山 創太" userId="S::ca01264009@st.kawahara.ac.jp::3162e4e4-fb20-4aaf-9d89-ebd1feec48e1" providerId="AD" clId="Web-{4F88BD6E-9FC9-7EF2-FF89-C47273ED0090}" dt="2026-10-02T05:04:31.850" v="0" actId="1076"/>
          <ac:spMkLst>
            <pc:docMk/>
            <pc:sldMk cId="0" sldId="258"/>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085016A3-D04E-4A6E-B449-C4BF9D4806ED}" type="datetimeFigureOut">
              <a:t>2026/10/16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49C998AF-65CA-419D-885C-17BC39C48114}" type="slidenum">
              <a:t>‹#›</a:t>
            </a:fld>
            <a:endParaRPr lang="en-US"/>
          </a:p>
        </p:txBody>
      </p:sp>
    </p:spTree>
    <p:extLst>
      <p:ext uri="{BB962C8B-B14F-4D97-AF65-F5344CB8AC3E}">
        <p14:creationId xmlns:p14="http://schemas.microsoft.com/office/powerpoint/2010/main" val="2414621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企画書の発表を始めます</a:t>
            </a:r>
            <a:br>
              <a:rPr lang="en-US" altLang="ja-JP" dirty="0"/>
            </a:br>
            <a:r>
              <a:rPr lang="ja-JP" altLang="en-US" dirty="0"/>
              <a:t>お願いします</a:t>
            </a:r>
            <a:endParaRPr dirty="0"/>
          </a:p>
          <a:p>
            <a:r>
              <a:rPr dirty="0" err="1"/>
              <a:t>僕が作るゲームは「ケイバーン・アンブッシュ」です</a:t>
            </a:r>
            <a:r>
              <a:rPr dirty="0"/>
              <a:t>。</a:t>
            </a:r>
          </a:p>
          <a:p>
            <a:r>
              <a:rPr dirty="0" err="1"/>
              <a:t>ケイバーンは英語で「大きな洞窟</a:t>
            </a:r>
            <a:r>
              <a:rPr dirty="0"/>
              <a:t>」、</a:t>
            </a:r>
            <a:r>
              <a:rPr dirty="0" err="1"/>
              <a:t>アンブッシュは「待ち伏せ・奇襲」という意味です</a:t>
            </a:r>
            <a:r>
              <a:rPr dirty="0"/>
              <a:t>。</a:t>
            </a:r>
          </a:p>
          <a:p>
            <a:r>
              <a:rPr dirty="0"/>
              <a:t>1人用のステルス3Dシューティングゲームで、PC向けにC++</a:t>
            </a:r>
            <a:r>
              <a:rPr dirty="0" err="1"/>
              <a:t>とDirectX</a:t>
            </a:r>
            <a:r>
              <a:rPr lang="ja-JP" altLang="en-US" dirty="0"/>
              <a:t>を使用して</a:t>
            </a:r>
            <a:r>
              <a:rPr dirty="0" err="1"/>
              <a:t>作ります</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【約60秒】</a:t>
            </a:r>
          </a:p>
          <a:p>
            <a:r>
              <a:rPr dirty="0" err="1"/>
              <a:t>まず、ゲームの概要です</a:t>
            </a:r>
            <a:r>
              <a:rPr dirty="0"/>
              <a:t>。</a:t>
            </a:r>
          </a:p>
          <a:p>
            <a:r>
              <a:rPr dirty="0" err="1"/>
              <a:t>主人公は、砂に潜る力を持つバウンティハンタ</a:t>
            </a:r>
            <a:r>
              <a:rPr dirty="0"/>
              <a:t>ー</a:t>
            </a:r>
            <a:r>
              <a:rPr lang="ja-JP" altLang="en-US" dirty="0"/>
              <a:t>という設定で</a:t>
            </a:r>
            <a:r>
              <a:rPr dirty="0" err="1"/>
              <a:t>砂を吸い込んで圧縮し、弾にする銃</a:t>
            </a:r>
            <a:r>
              <a:rPr lang="ja-JP" altLang="en-US" dirty="0"/>
              <a:t>を使用します</a:t>
            </a:r>
            <a:r>
              <a:rPr dirty="0"/>
              <a:t>。</a:t>
            </a:r>
            <a:r>
              <a:rPr lang="ja-JP" altLang="en-US" dirty="0"/>
              <a:t>そのため</a:t>
            </a:r>
            <a:r>
              <a:rPr dirty="0"/>
              <a:t>、</a:t>
            </a:r>
            <a:r>
              <a:rPr dirty="0" err="1"/>
              <a:t>砂に潜っている間</a:t>
            </a:r>
            <a:r>
              <a:rPr lang="ja-JP" altLang="en-US" dirty="0"/>
              <a:t>のみ</a:t>
            </a:r>
            <a:r>
              <a:rPr dirty="0" err="1"/>
              <a:t>弾を補給できます。そのかわり弾が遠くまで飛ばないので、遠くからの狙撃はできません</a:t>
            </a:r>
            <a:r>
              <a:rPr dirty="0"/>
              <a:t>。</a:t>
            </a:r>
          </a:p>
          <a:p>
            <a:endParaRPr dirty="0"/>
          </a:p>
          <a:p>
            <a:r>
              <a:rPr dirty="0" err="1"/>
              <a:t>舞台は、賊がアジトにしている</a:t>
            </a:r>
            <a:r>
              <a:rPr lang="ja-JP" altLang="en-US" dirty="0"/>
              <a:t>地面が</a:t>
            </a:r>
            <a:r>
              <a:rPr dirty="0" err="1"/>
              <a:t>砂の洞窟です</a:t>
            </a:r>
            <a:r>
              <a:rPr dirty="0"/>
              <a:t>。</a:t>
            </a:r>
          </a:p>
          <a:p>
            <a:r>
              <a:rPr dirty="0"/>
              <a:t>「</a:t>
            </a:r>
            <a:r>
              <a:rPr dirty="0" err="1"/>
              <a:t>賊を壊滅させてほしい」と</a:t>
            </a:r>
            <a:r>
              <a:rPr lang="ja-JP" altLang="en-US" dirty="0"/>
              <a:t>いう依頼を達成するために</a:t>
            </a:r>
            <a:r>
              <a:rPr dirty="0"/>
              <a:t>、</a:t>
            </a:r>
            <a:r>
              <a:rPr dirty="0" err="1"/>
              <a:t>主人公はこのアジトに乗り込み</a:t>
            </a:r>
            <a:r>
              <a:rPr lang="ja-JP" altLang="en-US" dirty="0"/>
              <a:t>ます</a:t>
            </a:r>
            <a:r>
              <a:rPr dirty="0"/>
              <a:t>。</a:t>
            </a:r>
          </a:p>
          <a:p>
            <a:endParaRPr dirty="0"/>
          </a:p>
          <a:p>
            <a:r>
              <a:rPr dirty="0" err="1"/>
              <a:t>プレイヤーは、砂に潜って敵に忍び寄り、地中で弾を補給して、浮上して撃つ。これをくり返して、エリアごとの敵を全滅させていきます</a:t>
            </a:r>
            <a:r>
              <a:rPr dirty="0"/>
              <a:t>。</a:t>
            </a:r>
          </a:p>
          <a:p>
            <a:r>
              <a:rPr dirty="0" err="1"/>
              <a:t>最後は、ジェットパックで空を飛ぶボスを</a:t>
            </a:r>
            <a:r>
              <a:rPr dirty="0"/>
              <a:t>、</a:t>
            </a:r>
            <a:r>
              <a:rPr lang="ja-JP" altLang="en-US" dirty="0"/>
              <a:t>障害物や潜る能力を駆使して</a:t>
            </a:r>
            <a:r>
              <a:rPr dirty="0" err="1"/>
              <a:t>倒し</a:t>
            </a:r>
            <a:r>
              <a:rPr dirty="0"/>
              <a:t>、</a:t>
            </a:r>
            <a:r>
              <a:rPr lang="ja-JP" altLang="en-US" dirty="0"/>
              <a:t>報酬金</a:t>
            </a:r>
            <a:r>
              <a:rPr dirty="0" err="1"/>
              <a:t>を手に入れるのが目的です</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【約30秒】</a:t>
            </a:r>
          </a:p>
          <a:p>
            <a:r>
              <a:rPr dirty="0" err="1"/>
              <a:t>こちらがマップのイメージです</a:t>
            </a:r>
            <a:r>
              <a:rPr dirty="0"/>
              <a:t>。</a:t>
            </a:r>
          </a:p>
          <a:p>
            <a:r>
              <a:rPr dirty="0"/>
              <a:t>洞窟は大きく3つのステージに分かれていて、左から</a:t>
            </a:r>
            <a:r>
              <a:rPr lang="ja-JP" altLang="en-US" dirty="0"/>
              <a:t>右へ</a:t>
            </a:r>
            <a:r>
              <a:rPr dirty="0" err="1"/>
              <a:t>順に進みます</a:t>
            </a:r>
            <a:r>
              <a:rPr dirty="0"/>
              <a:t>。</a:t>
            </a:r>
          </a:p>
          <a:p>
            <a:r>
              <a:rPr dirty="0"/>
              <a:t>ステージ1とステージ2の間は賊が使う門でふさがれていますが、その横にある小さな穴を、砂に潜って通り抜けます。</a:t>
            </a:r>
            <a:endParaRPr lang="en-US" dirty="0"/>
          </a:p>
          <a:p>
            <a:r>
              <a:rPr lang="ja-JP" altLang="en-US" dirty="0"/>
              <a:t>そのため、ステージ</a:t>
            </a:r>
            <a:r>
              <a:rPr lang="en-US" altLang="ja-JP" dirty="0"/>
              <a:t>1</a:t>
            </a:r>
            <a:r>
              <a:rPr lang="ja-JP" altLang="en-US" dirty="0"/>
              <a:t>の敵を無視してステージ</a:t>
            </a:r>
            <a:r>
              <a:rPr lang="en-US" altLang="ja-JP" dirty="0"/>
              <a:t>2</a:t>
            </a:r>
            <a:r>
              <a:rPr lang="ja-JP" altLang="en-US" dirty="0"/>
              <a:t>から攻略することも可能ですが、賊の壊滅が目的なのですべてのステージの敵を倒してからボスのもとへ向かう必要はあります</a:t>
            </a:r>
            <a:endParaRPr dirty="0"/>
          </a:p>
          <a:p>
            <a:r>
              <a:rPr dirty="0"/>
              <a:t>ステージ2では</a:t>
            </a:r>
            <a:r>
              <a:rPr lang="ja-JP" altLang="en-US" dirty="0"/>
              <a:t>中ボス</a:t>
            </a:r>
            <a:r>
              <a:rPr dirty="0" err="1"/>
              <a:t>からカギを手に入れて扉を開け、一番奥のボス戦の部屋に進みます</a:t>
            </a:r>
            <a:r>
              <a:rPr dirty="0"/>
              <a:t>。</a:t>
            </a:r>
          </a:p>
          <a:p>
            <a:r>
              <a:rPr dirty="0" err="1"/>
              <a:t>ボス部屋は</a:t>
            </a:r>
            <a:r>
              <a:rPr dirty="0"/>
              <a:t>、</a:t>
            </a:r>
            <a:r>
              <a:rPr lang="ja-JP" altLang="en-US" dirty="0"/>
              <a:t>敵が浮遊するため少し</a:t>
            </a:r>
            <a:r>
              <a:rPr dirty="0" err="1"/>
              <a:t>天井を高くしています</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【約40秒】</a:t>
            </a:r>
          </a:p>
          <a:p>
            <a:r>
              <a:rPr dirty="0" err="1"/>
              <a:t>次に、ゲーム画面です</a:t>
            </a:r>
            <a:r>
              <a:rPr dirty="0"/>
              <a:t>。</a:t>
            </a:r>
          </a:p>
          <a:p>
            <a:r>
              <a:rPr dirty="0" err="1"/>
              <a:t>左が地上にいるときの画面で、一人称視点のFPSです。プレイヤーのモデルは表示せず、画面には銃だけが映ります</a:t>
            </a:r>
            <a:r>
              <a:rPr dirty="0"/>
              <a:t>。</a:t>
            </a:r>
          </a:p>
          <a:p>
            <a:r>
              <a:rPr dirty="0" err="1"/>
              <a:t>右が砂に潜っているときの画面で、三人称視点に切り替わります</a:t>
            </a:r>
            <a:r>
              <a:rPr dirty="0"/>
              <a:t>。</a:t>
            </a:r>
          </a:p>
          <a:p>
            <a:r>
              <a:rPr dirty="0" err="1"/>
              <a:t>潜っている間は銃を撃てませんが、敵の弾も当たりません。ただし、敵に近づきすぎると</a:t>
            </a:r>
            <a:r>
              <a:rPr lang="ja-JP" altLang="en-US" dirty="0"/>
              <a:t>潜っていても</a:t>
            </a:r>
            <a:r>
              <a:rPr dirty="0" err="1"/>
              <a:t>気づかれてしまいます</a:t>
            </a:r>
            <a:r>
              <a:rPr dirty="0"/>
              <a:t>。</a:t>
            </a:r>
            <a:endParaRPr lang="en-US" dirty="0"/>
          </a:p>
          <a:p>
            <a:r>
              <a:rPr lang="ja-JP" altLang="en-US" dirty="0"/>
              <a:t>プレイヤーの回復要素を実装するつもりはないので</a:t>
            </a:r>
            <a:endParaRPr dirty="0"/>
          </a:p>
          <a:p>
            <a:r>
              <a:rPr dirty="0" err="1"/>
              <a:t>地中で弾を補給して、潜って</a:t>
            </a:r>
            <a:r>
              <a:rPr lang="ja-JP" altLang="en-US" dirty="0"/>
              <a:t>背後を取り</a:t>
            </a:r>
            <a:r>
              <a:rPr dirty="0"/>
              <a:t>、</a:t>
            </a:r>
            <a:r>
              <a:rPr dirty="0" err="1"/>
              <a:t>浮上して撃つ</a:t>
            </a:r>
            <a:r>
              <a:rPr dirty="0"/>
              <a:t>。</a:t>
            </a:r>
            <a:endParaRPr lang="en-US" dirty="0"/>
          </a:p>
          <a:p>
            <a:r>
              <a:rPr lang="ja-JP" altLang="en-US" dirty="0"/>
              <a:t>こういったいかに被弾しないかの立ち回りが重要となります</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【約25秒】</a:t>
            </a:r>
          </a:p>
          <a:p>
            <a:r>
              <a:rPr dirty="0" err="1"/>
              <a:t>最後に、ゲームの流れです</a:t>
            </a:r>
            <a:r>
              <a:rPr dirty="0"/>
              <a:t>。</a:t>
            </a:r>
          </a:p>
          <a:p>
            <a:r>
              <a:rPr dirty="0" err="1"/>
              <a:t>タイトル画面から始まり、潜る</a:t>
            </a:r>
            <a:r>
              <a:rPr dirty="0"/>
              <a:t>、</a:t>
            </a:r>
            <a:r>
              <a:rPr lang="ja-JP" altLang="en-US" dirty="0"/>
              <a:t>背後へ</a:t>
            </a:r>
            <a:r>
              <a:rPr dirty="0" err="1"/>
              <a:t>忍び寄って浮上して撃つ、をくり返してエリアを制圧していきます</a:t>
            </a:r>
            <a:r>
              <a:rPr dirty="0"/>
              <a:t>。</a:t>
            </a:r>
          </a:p>
          <a:p>
            <a:r>
              <a:rPr dirty="0" err="1"/>
              <a:t>一番奥のボスを倒すとクリアで、クリアタイムによってランクが決まります</a:t>
            </a:r>
            <a:r>
              <a:rPr dirty="0"/>
              <a:t>。</a:t>
            </a:r>
            <a:endParaRPr lang="en-US" dirty="0"/>
          </a:p>
          <a:p>
            <a:r>
              <a:rPr lang="ja-JP" altLang="en-US" dirty="0"/>
              <a:t>クリアまでにかかる時間の目安は５～</a:t>
            </a:r>
            <a:r>
              <a:rPr lang="en-US" altLang="ja-JP" dirty="0"/>
              <a:t>7</a:t>
            </a:r>
            <a:r>
              <a:rPr lang="ja-JP" altLang="en-US" dirty="0"/>
              <a:t>分程度を想定しています</a:t>
            </a:r>
            <a:endParaRPr lang="en-US" altLang="ja-JP" dirty="0"/>
          </a:p>
          <a:p>
            <a:r>
              <a:rPr lang="ja-JP" altLang="en-US" dirty="0"/>
              <a:t>自身の</a:t>
            </a:r>
            <a:r>
              <a:rPr dirty="0"/>
              <a:t>HPが0になるとゲームオーバー</a:t>
            </a:r>
            <a:r>
              <a:rPr lang="ja-JP" altLang="en-US" dirty="0"/>
              <a:t>となります</a:t>
            </a:r>
            <a:r>
              <a:rPr dirty="0"/>
              <a:t>。</a:t>
            </a:r>
          </a:p>
          <a:p>
            <a:endParaRPr dirty="0"/>
          </a:p>
          <a:p>
            <a:r>
              <a:rPr dirty="0" err="1"/>
              <a:t>以上で、僕の企画発表を終わります。ありがとうございました</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8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459730"/>
            <a:ext cx="2032000" cy="467320"/>
          </a:xfrm>
          <a:prstGeom prst="rect">
            <a:avLst/>
          </a:prstGeom>
          <a:noFill/>
          <a:ln/>
        </p:spPr>
        <p:txBody>
          <a:bodyPr wrap="square" lIns="0" tIns="0" rIns="0" bIns="0" rtlCol="0" anchor="t"/>
          <a:lstStyle>
            <a:lvl1pPr marL="0" indent="0" algn="l">
              <a:lnSpc>
                <a:spcPct val="115000"/>
              </a:lnSpc>
              <a:buNone/>
              <a:defRPr lang="en-US" sz="3200" dirty="0">
                <a:solidFill>
                  <a:srgbClr val="2B2622"/>
                </a:solidFill>
                <a:latin typeface="M PLUS Rounded 1c" pitchFamily="34" charset="0"/>
                <a:ea typeface="M PLUS Rounded 1c" pitchFamily="34" charset="-122"/>
                <a:cs typeface="M PLUS Rounded 1c" pitchFamily="34" charset="-120"/>
              </a:defRPr>
            </a:lvl1pPr>
          </a:lstStyle>
          <a:p>
            <a:pPr marL="0" indent="0" algn="l">
              <a:lnSpc>
                <a:spcPct val="115000"/>
              </a:lnSpc>
              <a:buNone/>
            </a:pPr>
            <a:endParaRPr lang="en-US" sz="3200"/>
          </a:p>
        </p:txBody>
      </p:sp>
      <p:sp>
        <p:nvSpPr>
          <p:cNvPr id="3" name="Text Placeholder 2"/>
          <p:cNvSpPr>
            <a:spLocks noGrp="1"/>
          </p:cNvSpPr>
          <p:nvPr>
            <p:ph type="body" idx="101"/>
          </p:nvPr>
        </p:nvSpPr>
        <p:spPr>
          <a:xfrm>
            <a:off x="2514600" y="1231850"/>
            <a:ext cx="8864600" cy="4813350"/>
          </a:xfrm>
          <a:prstGeom prst="rect">
            <a:avLst/>
          </a:prstGeom>
          <a:noFill/>
          <a:ln/>
        </p:spPr>
        <p:txBody>
          <a:bodyPr wrap="square" lIns="0" tIns="0" rIns="0" bIns="0" rtlCol="0" anchor="t"/>
          <a:lstStyle>
            <a:lvl1pPr marL="0" indent="0" algn="l">
              <a:lnSpc>
                <a:spcPct val="140000"/>
              </a:lnSpc>
              <a:buNone/>
              <a:defRPr lang="en-US" sz="1600" dirty="0">
                <a:solidFill>
                  <a:srgbClr val="2B2622"/>
                </a:solidFill>
                <a:latin typeface="Noto Sans JP" pitchFamily="34" charset="0"/>
                <a:ea typeface="Noto Sans JP" pitchFamily="34" charset="-122"/>
                <a:cs typeface="Noto Sans JP" pitchFamily="34" charset="-120"/>
              </a:defRPr>
            </a:lvl1pPr>
          </a:lstStyle>
          <a:p>
            <a:pPr marL="0" indent="0" algn="l">
              <a:lnSpc>
                <a:spcPct val="140000"/>
              </a:lnSpc>
              <a:buNone/>
            </a:pPr>
            <a:endParaRPr lang="en-US" sz="16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459730"/>
            <a:ext cx="2032000" cy="467320"/>
          </a:xfrm>
          <a:prstGeom prst="rect">
            <a:avLst/>
          </a:prstGeom>
          <a:noFill/>
          <a:ln/>
        </p:spPr>
        <p:txBody>
          <a:bodyPr wrap="square" lIns="0" tIns="0" rIns="0" bIns="0" rtlCol="0" anchor="t"/>
          <a:lstStyle>
            <a:lvl1pPr marL="0" indent="0" algn="l">
              <a:lnSpc>
                <a:spcPct val="115000"/>
              </a:lnSpc>
              <a:buNone/>
              <a:defRPr lang="en-US" sz="3200" dirty="0">
                <a:solidFill>
                  <a:srgbClr val="2B2622"/>
                </a:solidFill>
                <a:latin typeface="M PLUS Rounded 1c" pitchFamily="34" charset="0"/>
                <a:ea typeface="M PLUS Rounded 1c" pitchFamily="34" charset="-122"/>
                <a:cs typeface="M PLUS Rounded 1c" pitchFamily="34" charset="-120"/>
              </a:defRPr>
            </a:lvl1pPr>
          </a:lstStyle>
          <a:p>
            <a:pPr marL="0" indent="0" algn="l">
              <a:lnSpc>
                <a:spcPct val="115000"/>
              </a:lnSpc>
              <a:buNone/>
            </a:pPr>
            <a:endParaRPr lang="en-US" sz="3200"/>
          </a:p>
        </p:txBody>
      </p:sp>
      <p:sp>
        <p:nvSpPr>
          <p:cNvPr id="3" name="Text Placeholder 2"/>
          <p:cNvSpPr>
            <a:spLocks noGrp="1"/>
          </p:cNvSpPr>
          <p:nvPr>
            <p:ph type="body" idx="101"/>
          </p:nvPr>
        </p:nvSpPr>
        <p:spPr>
          <a:xfrm>
            <a:off x="2514600" y="1231850"/>
            <a:ext cx="8864600" cy="4813350"/>
          </a:xfrm>
          <a:prstGeom prst="rect">
            <a:avLst/>
          </a:prstGeom>
          <a:noFill/>
          <a:ln/>
        </p:spPr>
        <p:txBody>
          <a:bodyPr wrap="square" lIns="0" tIns="0" rIns="0" bIns="0" rtlCol="0" anchor="t"/>
          <a:lstStyle>
            <a:lvl1pPr marL="0" indent="0" algn="l">
              <a:lnSpc>
                <a:spcPct val="140000"/>
              </a:lnSpc>
              <a:buNone/>
              <a:defRPr lang="en-US" sz="1600" dirty="0">
                <a:solidFill>
                  <a:srgbClr val="2B2622"/>
                </a:solidFill>
                <a:latin typeface="Noto Sans JP" pitchFamily="34" charset="0"/>
                <a:ea typeface="Noto Sans JP" pitchFamily="34" charset="-122"/>
                <a:cs typeface="Noto Sans JP" pitchFamily="34" charset="-120"/>
              </a:defRPr>
            </a:lvl1pPr>
          </a:lstStyle>
          <a:p>
            <a:pPr marL="0" indent="0" algn="l">
              <a:lnSpc>
                <a:spcPct val="140000"/>
              </a:lnSpc>
              <a:buNone/>
            </a:pPr>
            <a:endParaRPr lang="en-US" sz="16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7.png"/><Relationship Id="rId10" Type="http://schemas.openxmlformats.org/officeDocument/2006/relationships/image" Target="../media/image1.jpg"/><Relationship Id="rId4" Type="http://schemas.openxmlformats.org/officeDocument/2006/relationships/image" Target="../media/image6.pn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800" y="566440"/>
            <a:ext cx="1549400" cy="350441"/>
          </a:xfrm>
          <a:prstGeom prst="roundRect">
            <a:avLst>
              <a:gd name="adj" fmla="val 50000"/>
            </a:avLst>
          </a:prstGeom>
          <a:solidFill>
            <a:srgbClr val="C2410C"/>
          </a:solidFill>
          <a:ln/>
        </p:spPr>
        <p:txBody>
          <a:bodyPr wrap="none" lIns="0" tIns="0" rIns="0" bIns="0" rtlCol="0" anchor="ctr">
            <a:normAutofit/>
          </a:bodyPr>
          <a:lstStyle/>
          <a:p>
            <a:pPr marL="0" indent="0" algn="ctr">
              <a:lnSpc>
                <a:spcPts val="1960"/>
              </a:lnSpc>
              <a:buNone/>
            </a:pPr>
            <a:r>
              <a:rPr lang="en-US" sz="1400" b="1">
                <a:solidFill>
                  <a:srgbClr val="FBF8F2"/>
                </a:solidFill>
                <a:latin typeface="Noto Sans JP" pitchFamily="34" charset="0"/>
                <a:ea typeface="Noto Sans JP" pitchFamily="34" charset="-122"/>
                <a:cs typeface="Noto Sans JP" pitchFamily="34" charset="-120"/>
              </a:rPr>
              <a:t>企画書シート❶</a:t>
            </a:r>
            <a:endParaRPr lang="en-US" sz="1400"/>
          </a:p>
        </p:txBody>
      </p:sp>
      <p:sp>
        <p:nvSpPr>
          <p:cNvPr id="3" name="Text 1"/>
          <p:cNvSpPr>
            <a:spLocks noGrp="1"/>
          </p:cNvSpPr>
          <p:nvPr>
            <p:ph type="title"/>
          </p:nvPr>
        </p:nvSpPr>
        <p:spPr>
          <a:xfrm>
            <a:off x="2514600" y="508000"/>
            <a:ext cx="975360" cy="492720"/>
          </a:xfrm>
          <a:prstGeom prst="rect">
            <a:avLst/>
          </a:prstGeom>
          <a:noFill/>
          <a:ln/>
        </p:spPr>
        <p:txBody>
          <a:bodyPr wrap="square" lIns="0" tIns="0" rIns="0" bIns="0" rtlCol="0" anchor="t">
            <a:normAutofit/>
          </a:bodyPr>
          <a:lstStyle/>
          <a:p>
            <a:pPr marL="0" indent="0" algn="l">
              <a:lnSpc>
                <a:spcPts val="3680"/>
              </a:lnSpc>
              <a:buNone/>
            </a:pPr>
            <a:r>
              <a:rPr lang="en-US" sz="3200" b="1" i="0">
                <a:solidFill>
                  <a:srgbClr val="2B2622"/>
                </a:solidFill>
                <a:latin typeface="M PLUS Rounded 1c" pitchFamily="34" charset="0"/>
                <a:ea typeface="M PLUS Rounded 1c" pitchFamily="34" charset="-122"/>
                <a:cs typeface="M PLUS Rounded 1c" pitchFamily="34" charset="-120"/>
              </a:rPr>
              <a:t>表紙</a:t>
            </a:r>
            <a:endParaRPr lang="en-US" sz="3200"/>
          </a:p>
        </p:txBody>
      </p:sp>
      <p:sp>
        <p:nvSpPr>
          <p:cNvPr id="4" name="Text 2"/>
          <p:cNvSpPr/>
          <p:nvPr/>
        </p:nvSpPr>
        <p:spPr>
          <a:xfrm>
            <a:off x="925513" y="1218852"/>
            <a:ext cx="6205240" cy="566341"/>
          </a:xfrm>
          <a:prstGeom prst="roundRect">
            <a:avLst>
              <a:gd name="adj" fmla="val 16818"/>
            </a:avLst>
          </a:prstGeom>
          <a:solidFill>
            <a:srgbClr val="FFFDF9"/>
          </a:solidFill>
          <a:ln w="12700">
            <a:solidFill>
              <a:srgbClr val="D9CFC2"/>
            </a:solidFill>
            <a:prstDash val="solid"/>
          </a:ln>
        </p:spPr>
        <p:txBody>
          <a:bodyPr wrap="square" lIns="181652" tIns="130852" rIns="8068" bIns="105452" rtlCol="0" anchor="t">
            <a:normAutofit/>
          </a:bodyPr>
          <a:lstStyle/>
          <a:p>
            <a:pPr marL="0" indent="0" algn="l">
              <a:lnSpc>
                <a:spcPts val="1960"/>
              </a:lnSpc>
              <a:buNone/>
            </a:pPr>
            <a:r>
              <a:rPr lang="en-US" sz="1400" b="1" dirty="0" err="1">
                <a:solidFill>
                  <a:srgbClr val="C2410C"/>
                </a:solidFill>
                <a:latin typeface="Noto Sans JP" pitchFamily="34" charset="0"/>
                <a:ea typeface="Noto Sans JP" pitchFamily="34" charset="-122"/>
                <a:cs typeface="Noto Sans JP" pitchFamily="34" charset="-120"/>
              </a:rPr>
              <a:t>ゲームタイトル</a:t>
            </a:r>
            <a:r>
              <a:rPr lang="ja-JP" altLang="en-US" sz="1400" b="1" dirty="0">
                <a:solidFill>
                  <a:srgbClr val="C2410C"/>
                </a:solidFill>
                <a:latin typeface="Noto Sans JP" pitchFamily="34" charset="0"/>
                <a:ea typeface="Noto Sans JP" pitchFamily="34" charset="-122"/>
                <a:cs typeface="Noto Sans JP" pitchFamily="34" charset="-120"/>
              </a:rPr>
              <a:t>　　　　</a:t>
            </a:r>
            <a:endParaRPr lang="en-US" sz="1400" dirty="0"/>
          </a:p>
        </p:txBody>
      </p:sp>
      <p:sp>
        <p:nvSpPr>
          <p:cNvPr id="5" name="Text 3"/>
          <p:cNvSpPr/>
          <p:nvPr/>
        </p:nvSpPr>
        <p:spPr>
          <a:xfrm>
            <a:off x="822325" y="2515791"/>
            <a:ext cx="6308428" cy="3824684"/>
          </a:xfrm>
          <a:prstGeom prst="roundRect">
            <a:avLst>
              <a:gd name="adj" fmla="val 2083"/>
            </a:avLst>
          </a:prstGeom>
          <a:solidFill>
            <a:srgbClr val="FFFDF9"/>
          </a:solidFill>
          <a:ln w="19050">
            <a:solidFill>
              <a:srgbClr val="D9CFC2"/>
            </a:solidFill>
            <a:prstDash val="dash"/>
          </a:ln>
        </p:spPr>
        <p:txBody>
          <a:bodyPr wrap="square" lIns="185757" tIns="185757" rIns="185757" bIns="185757" rtlCol="0" anchor="ctr">
            <a:normAutofit/>
          </a:bodyPr>
          <a:lstStyle/>
          <a:p>
            <a:pPr marL="0" indent="0" algn="ctr">
              <a:lnSpc>
                <a:spcPts val="2240"/>
              </a:lnSpc>
              <a:buNone/>
            </a:pPr>
            <a:r>
              <a:rPr lang="en-US" sz="1600">
                <a:solidFill>
                  <a:srgbClr val="8A7F74"/>
                </a:solidFill>
                <a:latin typeface="Noto Sans JP" pitchFamily="34" charset="0"/>
                <a:ea typeface="Noto Sans JP" pitchFamily="34" charset="-122"/>
                <a:cs typeface="Noto Sans JP" pitchFamily="34" charset="-120"/>
              </a:rPr>
              <a:t>このゲームを象徴するような絵</a:t>
            </a:r>
            <a:endParaRPr lang="en-US" sz="1600"/>
          </a:p>
        </p:txBody>
      </p:sp>
      <p:sp>
        <p:nvSpPr>
          <p:cNvPr id="6" name="Text 4"/>
          <p:cNvSpPr/>
          <p:nvPr/>
        </p:nvSpPr>
        <p:spPr>
          <a:xfrm>
            <a:off x="7240290" y="1184870"/>
            <a:ext cx="4132560" cy="1165820"/>
          </a:xfrm>
          <a:prstGeom prst="roundRect">
            <a:avLst>
              <a:gd name="adj" fmla="val 8170"/>
            </a:avLst>
          </a:prstGeom>
          <a:solidFill>
            <a:srgbClr val="FFFDF9"/>
          </a:solidFill>
          <a:ln w="12700">
            <a:solidFill>
              <a:srgbClr val="D9CFC2"/>
            </a:solidFill>
            <a:prstDash val="solid"/>
          </a:ln>
        </p:spPr>
        <p:txBody>
          <a:bodyPr wrap="square" lIns="181652" tIns="130852" rIns="70248" bIns="130852" rtlCol="0" anchor="t">
            <a:normAutofit/>
          </a:bodyPr>
          <a:lstStyle/>
          <a:p>
            <a:pPr marL="0" indent="0" algn="l">
              <a:lnSpc>
                <a:spcPts val="1960"/>
              </a:lnSpc>
              <a:buNone/>
            </a:pPr>
            <a:r>
              <a:rPr lang="en-US" sz="1400" b="1">
                <a:solidFill>
                  <a:srgbClr val="C2410C"/>
                </a:solidFill>
                <a:latin typeface="Noto Sans JP" pitchFamily="34" charset="0"/>
                <a:ea typeface="Noto Sans JP" pitchFamily="34" charset="-122"/>
                <a:cs typeface="Noto Sans JP" pitchFamily="34" charset="-120"/>
              </a:rPr>
              <a:t>開発者（学校名・氏名）</a:t>
            </a:r>
            <a:endParaRPr lang="en-US" sz="1400"/>
          </a:p>
        </p:txBody>
      </p:sp>
      <p:sp>
        <p:nvSpPr>
          <p:cNvPr id="7" name="Text 5"/>
          <p:cNvSpPr/>
          <p:nvPr/>
        </p:nvSpPr>
        <p:spPr>
          <a:xfrm>
            <a:off x="7240290" y="2515791"/>
            <a:ext cx="4132560" cy="1165920"/>
          </a:xfrm>
          <a:prstGeom prst="roundRect">
            <a:avLst>
              <a:gd name="adj" fmla="val 8170"/>
            </a:avLst>
          </a:prstGeom>
          <a:solidFill>
            <a:srgbClr val="FFFDF9"/>
          </a:solidFill>
          <a:ln w="12700">
            <a:solidFill>
              <a:srgbClr val="D9CFC2"/>
            </a:solidFill>
            <a:prstDash val="solid"/>
          </a:ln>
        </p:spPr>
        <p:txBody>
          <a:bodyPr wrap="square" lIns="181652" tIns="130852" rIns="70248" bIns="130852" rtlCol="0" anchor="t">
            <a:normAutofit/>
          </a:bodyPr>
          <a:lstStyle/>
          <a:p>
            <a:pPr marL="0" indent="0" algn="l">
              <a:lnSpc>
                <a:spcPts val="1960"/>
              </a:lnSpc>
              <a:buNone/>
            </a:pPr>
            <a:r>
              <a:rPr lang="en-US" sz="1400" b="1" dirty="0" err="1">
                <a:solidFill>
                  <a:srgbClr val="C2410C"/>
                </a:solidFill>
                <a:latin typeface="Noto Sans JP" pitchFamily="34" charset="0"/>
                <a:ea typeface="Noto Sans JP" pitchFamily="34" charset="-122"/>
                <a:cs typeface="Noto Sans JP" pitchFamily="34" charset="-120"/>
              </a:rPr>
              <a:t>プレイ人数</a:t>
            </a:r>
            <a:endParaRPr lang="en-US" sz="1400" b="1" dirty="0">
              <a:solidFill>
                <a:srgbClr val="C2410C"/>
              </a:solidFill>
              <a:latin typeface="Noto Sans JP" pitchFamily="34" charset="0"/>
              <a:ea typeface="Noto Sans JP" pitchFamily="34" charset="-122"/>
              <a:cs typeface="Noto Sans JP" pitchFamily="34" charset="-120"/>
            </a:endParaRPr>
          </a:p>
          <a:p>
            <a:pPr marL="0" indent="0" algn="l">
              <a:lnSpc>
                <a:spcPts val="1960"/>
              </a:lnSpc>
              <a:buNone/>
            </a:pPr>
            <a:endParaRPr lang="en-US" sz="1600" dirty="0">
              <a:latin typeface="Gadugi" panose="020B0502040204020203" pitchFamily="34" charset="0"/>
              <a:ea typeface="Gadugi" panose="020B0502040204020203" pitchFamily="34" charset="0"/>
            </a:endParaRPr>
          </a:p>
        </p:txBody>
      </p:sp>
      <p:sp>
        <p:nvSpPr>
          <p:cNvPr id="8" name="Shape 6"/>
          <p:cNvSpPr/>
          <p:nvPr/>
        </p:nvSpPr>
        <p:spPr>
          <a:xfrm>
            <a:off x="7240290" y="3846810"/>
            <a:ext cx="4132560" cy="1165820"/>
          </a:xfrm>
          <a:prstGeom prst="roundRect">
            <a:avLst>
              <a:gd name="adj" fmla="val 8170"/>
            </a:avLst>
          </a:prstGeom>
          <a:solidFill>
            <a:srgbClr val="F3ECE2"/>
          </a:solidFill>
          <a:ln w="12700">
            <a:solidFill>
              <a:srgbClr val="D9CFC2"/>
            </a:solidFill>
            <a:prstDash val="solid"/>
          </a:ln>
        </p:spPr>
        <p:txBody>
          <a:bodyPr/>
          <a:lstStyle/>
          <a:p>
            <a:endParaRPr lang="ja-JP" altLang="en-US" dirty="0"/>
          </a:p>
        </p:txBody>
      </p:sp>
      <p:sp>
        <p:nvSpPr>
          <p:cNvPr id="9" name="Text 7"/>
          <p:cNvSpPr/>
          <p:nvPr/>
        </p:nvSpPr>
        <p:spPr>
          <a:xfrm>
            <a:off x="7449840" y="4005560"/>
            <a:ext cx="3824864" cy="274241"/>
          </a:xfrm>
          <a:prstGeom prst="rect">
            <a:avLst/>
          </a:prstGeom>
          <a:noFill/>
          <a:ln/>
        </p:spPr>
        <p:txBody>
          <a:bodyPr wrap="square" lIns="0" tIns="0" rIns="0" bIns="0" rtlCol="0" anchor="t">
            <a:normAutofit/>
          </a:bodyPr>
          <a:lstStyle/>
          <a:p>
            <a:pPr marL="0" indent="0" algn="l">
              <a:lnSpc>
                <a:spcPts val="1960"/>
              </a:lnSpc>
              <a:buNone/>
            </a:pPr>
            <a:r>
              <a:rPr lang="en-US" sz="1400" b="1" dirty="0" err="1">
                <a:solidFill>
                  <a:srgbClr val="C2410C"/>
                </a:solidFill>
                <a:latin typeface="Noto Sans JP" pitchFamily="34" charset="0"/>
                <a:ea typeface="Noto Sans JP" pitchFamily="34" charset="-122"/>
                <a:cs typeface="Noto Sans JP" pitchFamily="34" charset="-120"/>
              </a:rPr>
              <a:t>プラットフォーム</a:t>
            </a:r>
            <a:endParaRPr lang="en-US" sz="1400" dirty="0"/>
          </a:p>
        </p:txBody>
      </p:sp>
      <p:sp>
        <p:nvSpPr>
          <p:cNvPr id="10" name="Text 8"/>
          <p:cNvSpPr/>
          <p:nvPr/>
        </p:nvSpPr>
        <p:spPr>
          <a:xfrm>
            <a:off x="7449840" y="4305201"/>
            <a:ext cx="3824864" cy="309860"/>
          </a:xfrm>
          <a:prstGeom prst="rect">
            <a:avLst/>
          </a:prstGeom>
          <a:noFill/>
          <a:ln/>
        </p:spPr>
        <p:txBody>
          <a:bodyPr wrap="square" lIns="0" tIns="0" rIns="0" bIns="0" rtlCol="0" anchor="t">
            <a:normAutofit/>
          </a:bodyPr>
          <a:lstStyle/>
          <a:p>
            <a:pPr>
              <a:lnSpc>
                <a:spcPts val="2240"/>
              </a:lnSpc>
            </a:pPr>
            <a:endParaRPr lang="en-US" altLang="ja-JP" sz="2000" dirty="0">
              <a:latin typeface="Gadugi" panose="020B0502040204020203" pitchFamily="34" charset="0"/>
              <a:ea typeface="Gadugi" panose="020B0502040204020203" pitchFamily="34" charset="0"/>
              <a:cs typeface="ADLaM Display" panose="02010000000000000000" pitchFamily="2" charset="0"/>
            </a:endParaRPr>
          </a:p>
          <a:p>
            <a:pPr marL="0" indent="0" algn="l">
              <a:lnSpc>
                <a:spcPts val="2240"/>
              </a:lnSpc>
              <a:buNone/>
            </a:pPr>
            <a:endParaRPr lang="en-US" sz="1600" dirty="0"/>
          </a:p>
        </p:txBody>
      </p:sp>
      <p:sp>
        <p:nvSpPr>
          <p:cNvPr id="11" name="Text 9"/>
          <p:cNvSpPr/>
          <p:nvPr/>
        </p:nvSpPr>
        <p:spPr>
          <a:xfrm>
            <a:off x="7240290" y="5177730"/>
            <a:ext cx="4132560" cy="1165920"/>
          </a:xfrm>
          <a:prstGeom prst="roundRect">
            <a:avLst>
              <a:gd name="adj" fmla="val 8170"/>
            </a:avLst>
          </a:prstGeom>
          <a:solidFill>
            <a:srgbClr val="FFFDF9"/>
          </a:solidFill>
          <a:ln w="12700">
            <a:solidFill>
              <a:srgbClr val="D9CFC2"/>
            </a:solidFill>
            <a:prstDash val="solid"/>
          </a:ln>
        </p:spPr>
        <p:txBody>
          <a:bodyPr wrap="square" lIns="181652" tIns="130852" rIns="70248" bIns="130852" rtlCol="0" anchor="t">
            <a:normAutofit/>
          </a:bodyPr>
          <a:lstStyle/>
          <a:p>
            <a:pPr marL="0" indent="0" algn="l">
              <a:lnSpc>
                <a:spcPts val="1960"/>
              </a:lnSpc>
              <a:buNone/>
            </a:pPr>
            <a:r>
              <a:rPr lang="en-US" sz="1400" b="1" dirty="0" err="1">
                <a:solidFill>
                  <a:srgbClr val="C2410C"/>
                </a:solidFill>
                <a:latin typeface="Noto Sans JP" pitchFamily="34" charset="0"/>
                <a:ea typeface="Noto Sans JP" pitchFamily="34" charset="-122"/>
                <a:cs typeface="Noto Sans JP" pitchFamily="34" charset="-120"/>
              </a:rPr>
              <a:t>ゲームジャンル</a:t>
            </a:r>
            <a:endParaRPr lang="en-US" sz="1400" dirty="0"/>
          </a:p>
        </p:txBody>
      </p:sp>
      <p:sp>
        <p:nvSpPr>
          <p:cNvPr id="12" name="テキスト ボックス 11">
            <a:extLst>
              <a:ext uri="{FF2B5EF4-FFF2-40B4-BE49-F238E27FC236}">
                <a16:creationId xmlns:a16="http://schemas.microsoft.com/office/drawing/2014/main" id="{60B72316-39B9-CA9C-0109-FC1CD21FA3A8}"/>
              </a:ext>
            </a:extLst>
          </p:cNvPr>
          <p:cNvSpPr txBox="1"/>
          <p:nvPr/>
        </p:nvSpPr>
        <p:spPr>
          <a:xfrm>
            <a:off x="4408373" y="1317356"/>
            <a:ext cx="2052165" cy="369332"/>
          </a:xfrm>
          <a:prstGeom prst="rect">
            <a:avLst/>
          </a:prstGeom>
          <a:noFill/>
        </p:spPr>
        <p:txBody>
          <a:bodyPr wrap="none" rtlCol="0">
            <a:spAutoFit/>
          </a:bodyPr>
          <a:lstStyle/>
          <a:p>
            <a:r>
              <a:rPr lang="en-US" altLang="ja-JP" dirty="0"/>
              <a:t>CAVERN</a:t>
            </a:r>
            <a:r>
              <a:rPr lang="ja-JP" altLang="ja-JP" dirty="0"/>
              <a:t> AMBUSH</a:t>
            </a:r>
            <a:endParaRPr kumimoji="1" lang="ja-JP" altLang="en-US" dirty="0">
              <a:latin typeface="ADLaM Display" panose="02010000000000000000" pitchFamily="2" charset="0"/>
              <a:cs typeface="ADLaM Display" panose="02010000000000000000" pitchFamily="2" charset="0"/>
            </a:endParaRPr>
          </a:p>
        </p:txBody>
      </p:sp>
      <p:sp>
        <p:nvSpPr>
          <p:cNvPr id="13" name="テキスト ボックス 12">
            <a:extLst>
              <a:ext uri="{FF2B5EF4-FFF2-40B4-BE49-F238E27FC236}">
                <a16:creationId xmlns:a16="http://schemas.microsoft.com/office/drawing/2014/main" id="{B7AC3AB4-BE2C-F97D-C1D7-951BEB981CEF}"/>
              </a:ext>
            </a:extLst>
          </p:cNvPr>
          <p:cNvSpPr txBox="1"/>
          <p:nvPr/>
        </p:nvSpPr>
        <p:spPr>
          <a:xfrm>
            <a:off x="7322180" y="5760690"/>
            <a:ext cx="3749744" cy="369332"/>
          </a:xfrm>
          <a:prstGeom prst="rect">
            <a:avLst/>
          </a:prstGeom>
          <a:noFill/>
        </p:spPr>
        <p:txBody>
          <a:bodyPr wrap="none" rtlCol="0">
            <a:spAutoFit/>
          </a:bodyPr>
          <a:lstStyle/>
          <a:p>
            <a:r>
              <a:rPr kumimoji="1" lang="ja-JP" altLang="en-US" dirty="0"/>
              <a:t>ステルス</a:t>
            </a:r>
            <a:r>
              <a:rPr kumimoji="1" lang="en-US" altLang="ja-JP" dirty="0"/>
              <a:t>3D</a:t>
            </a:r>
            <a:r>
              <a:rPr kumimoji="1" lang="ja-JP" altLang="en-US" dirty="0"/>
              <a:t>シューティングゲーム</a:t>
            </a:r>
          </a:p>
        </p:txBody>
      </p:sp>
      <p:sp>
        <p:nvSpPr>
          <p:cNvPr id="16" name="テキスト ボックス 15">
            <a:extLst>
              <a:ext uri="{FF2B5EF4-FFF2-40B4-BE49-F238E27FC236}">
                <a16:creationId xmlns:a16="http://schemas.microsoft.com/office/drawing/2014/main" id="{6102B940-5B49-3B9C-B8B3-E809ED1F1FA4}"/>
              </a:ext>
            </a:extLst>
          </p:cNvPr>
          <p:cNvSpPr txBox="1"/>
          <p:nvPr/>
        </p:nvSpPr>
        <p:spPr>
          <a:xfrm>
            <a:off x="7351694" y="4305201"/>
            <a:ext cx="2010487" cy="369332"/>
          </a:xfrm>
          <a:prstGeom prst="rect">
            <a:avLst/>
          </a:prstGeom>
          <a:noFill/>
        </p:spPr>
        <p:txBody>
          <a:bodyPr wrap="none" rtlCol="0">
            <a:spAutoFit/>
          </a:bodyPr>
          <a:lstStyle/>
          <a:p>
            <a:r>
              <a:rPr kumimoji="1" lang="en-US" altLang="ja-JP" dirty="0"/>
              <a:t>PC    C++  DirectX</a:t>
            </a:r>
            <a:endParaRPr kumimoji="1" lang="ja-JP" altLang="en-US" dirty="0"/>
          </a:p>
        </p:txBody>
      </p:sp>
      <p:sp>
        <p:nvSpPr>
          <p:cNvPr id="17" name="テキスト ボックス 16">
            <a:extLst>
              <a:ext uri="{FF2B5EF4-FFF2-40B4-BE49-F238E27FC236}">
                <a16:creationId xmlns:a16="http://schemas.microsoft.com/office/drawing/2014/main" id="{98DA2DCB-5144-DBBA-8A88-FAD08115CE9F}"/>
              </a:ext>
            </a:extLst>
          </p:cNvPr>
          <p:cNvSpPr txBox="1"/>
          <p:nvPr/>
        </p:nvSpPr>
        <p:spPr>
          <a:xfrm>
            <a:off x="7351694" y="3059668"/>
            <a:ext cx="543739" cy="369332"/>
          </a:xfrm>
          <a:prstGeom prst="rect">
            <a:avLst/>
          </a:prstGeom>
          <a:noFill/>
        </p:spPr>
        <p:txBody>
          <a:bodyPr wrap="none" rtlCol="0">
            <a:spAutoFit/>
          </a:bodyPr>
          <a:lstStyle/>
          <a:p>
            <a:r>
              <a:rPr kumimoji="1" lang="en-US" altLang="ja-JP" dirty="0"/>
              <a:t>1</a:t>
            </a:r>
            <a:r>
              <a:rPr kumimoji="1" lang="ja-JP" altLang="en-US" dirty="0"/>
              <a:t>人</a:t>
            </a:r>
          </a:p>
        </p:txBody>
      </p:sp>
      <p:sp>
        <p:nvSpPr>
          <p:cNvPr id="19" name="テキスト ボックス 18">
            <a:extLst>
              <a:ext uri="{FF2B5EF4-FFF2-40B4-BE49-F238E27FC236}">
                <a16:creationId xmlns:a16="http://schemas.microsoft.com/office/drawing/2014/main" id="{2E6DCB0C-6AF5-E964-6A83-731A7C923AA8}"/>
              </a:ext>
            </a:extLst>
          </p:cNvPr>
          <p:cNvSpPr txBox="1"/>
          <p:nvPr/>
        </p:nvSpPr>
        <p:spPr>
          <a:xfrm>
            <a:off x="7351694" y="1640264"/>
            <a:ext cx="3866764" cy="646331"/>
          </a:xfrm>
          <a:prstGeom prst="rect">
            <a:avLst/>
          </a:prstGeom>
          <a:noFill/>
        </p:spPr>
        <p:txBody>
          <a:bodyPr wrap="none" rtlCol="0">
            <a:spAutoFit/>
          </a:bodyPr>
          <a:lstStyle/>
          <a:p>
            <a:r>
              <a:rPr kumimoji="1" lang="ja-JP" altLang="en-US" dirty="0"/>
              <a:t>河原電子ビジネス専門学校</a:t>
            </a:r>
            <a:endParaRPr kumimoji="1" lang="en-US" altLang="ja-JP" dirty="0"/>
          </a:p>
          <a:p>
            <a:r>
              <a:rPr kumimoji="1" lang="ja-JP" altLang="en-US" dirty="0"/>
              <a:t>ゲームクリエイター科 </a:t>
            </a:r>
            <a:r>
              <a:rPr kumimoji="1" lang="en-US" altLang="ja-JP" dirty="0"/>
              <a:t>1</a:t>
            </a:r>
            <a:r>
              <a:rPr kumimoji="1" lang="ja-JP" altLang="en-US" dirty="0"/>
              <a:t>年 笠井友斗</a:t>
            </a:r>
          </a:p>
        </p:txBody>
      </p:sp>
      <p:pic>
        <p:nvPicPr>
          <p:cNvPr id="15" name="図 14">
            <a:extLst>
              <a:ext uri="{FF2B5EF4-FFF2-40B4-BE49-F238E27FC236}">
                <a16:creationId xmlns:a16="http://schemas.microsoft.com/office/drawing/2014/main" id="{BB51CD6F-D5F7-82EC-46EE-E4E5F1FC6D06}"/>
              </a:ext>
            </a:extLst>
          </p:cNvPr>
          <p:cNvPicPr>
            <a:picLocks noChangeAspect="1"/>
          </p:cNvPicPr>
          <p:nvPr/>
        </p:nvPicPr>
        <p:blipFill>
          <a:blip r:embed="rId3"/>
          <a:stretch>
            <a:fillRect/>
          </a:stretch>
        </p:blipFill>
        <p:spPr>
          <a:xfrm>
            <a:off x="819150" y="2525316"/>
            <a:ext cx="6315510" cy="38246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800" y="520700"/>
            <a:ext cx="1549400" cy="350441"/>
          </a:xfrm>
          <a:prstGeom prst="roundRect">
            <a:avLst>
              <a:gd name="adj" fmla="val 50000"/>
            </a:avLst>
          </a:prstGeom>
          <a:solidFill>
            <a:srgbClr val="C2410C"/>
          </a:solidFill>
          <a:ln/>
        </p:spPr>
        <p:txBody>
          <a:bodyPr wrap="none" lIns="0" tIns="0" rIns="0" bIns="0" rtlCol="0" anchor="ctr">
            <a:normAutofit/>
          </a:bodyPr>
          <a:lstStyle/>
          <a:p>
            <a:pPr marL="0" indent="0" algn="ctr">
              <a:lnSpc>
                <a:spcPts val="1960"/>
              </a:lnSpc>
              <a:buNone/>
            </a:pPr>
            <a:r>
              <a:rPr lang="en-US" sz="1400" b="1">
                <a:solidFill>
                  <a:srgbClr val="FBF8F2"/>
                </a:solidFill>
                <a:latin typeface="Noto Sans JP" pitchFamily="34" charset="0"/>
                <a:ea typeface="Noto Sans JP" pitchFamily="34" charset="-122"/>
                <a:cs typeface="Noto Sans JP" pitchFamily="34" charset="-120"/>
              </a:rPr>
              <a:t>企画書シート❷</a:t>
            </a:r>
            <a:endParaRPr lang="en-US" sz="1400"/>
          </a:p>
        </p:txBody>
      </p:sp>
      <p:sp>
        <p:nvSpPr>
          <p:cNvPr id="3" name="Text 1"/>
          <p:cNvSpPr>
            <a:spLocks noGrp="1"/>
          </p:cNvSpPr>
          <p:nvPr>
            <p:ph type="title"/>
          </p:nvPr>
        </p:nvSpPr>
        <p:spPr>
          <a:xfrm>
            <a:off x="2514600" y="462260"/>
            <a:ext cx="2184400" cy="492720"/>
          </a:xfrm>
          <a:prstGeom prst="rect">
            <a:avLst/>
          </a:prstGeom>
          <a:noFill/>
          <a:ln/>
        </p:spPr>
        <p:txBody>
          <a:bodyPr wrap="square" lIns="0" tIns="0" rIns="0" bIns="0" rtlCol="0" anchor="t">
            <a:normAutofit/>
          </a:bodyPr>
          <a:lstStyle/>
          <a:p>
            <a:pPr marL="0" indent="0" algn="l">
              <a:lnSpc>
                <a:spcPts val="3680"/>
              </a:lnSpc>
              <a:buNone/>
            </a:pPr>
            <a:r>
              <a:rPr lang="en-US" sz="3200" b="1" i="0">
                <a:solidFill>
                  <a:srgbClr val="2B2622"/>
                </a:solidFill>
                <a:latin typeface="M PLUS Rounded 1c" pitchFamily="34" charset="0"/>
                <a:ea typeface="M PLUS Rounded 1c" pitchFamily="34" charset="-122"/>
                <a:cs typeface="M PLUS Rounded 1c" pitchFamily="34" charset="-120"/>
              </a:rPr>
              <a:t>ゲーム概要</a:t>
            </a:r>
            <a:endParaRPr lang="en-US" sz="3200"/>
          </a:p>
        </p:txBody>
      </p:sp>
      <p:sp>
        <p:nvSpPr>
          <p:cNvPr id="4" name="Text 2"/>
          <p:cNvSpPr/>
          <p:nvPr/>
        </p:nvSpPr>
        <p:spPr>
          <a:xfrm>
            <a:off x="4705350" y="463550"/>
            <a:ext cx="6667500" cy="464741"/>
          </a:xfrm>
          <a:prstGeom prst="roundRect">
            <a:avLst>
              <a:gd name="adj" fmla="val 20495"/>
            </a:avLst>
          </a:prstGeom>
          <a:solidFill>
            <a:srgbClr val="FFFDF9"/>
          </a:solidFill>
          <a:ln w="12700">
            <a:solidFill>
              <a:srgbClr val="D9CFC2"/>
            </a:solidFill>
            <a:prstDash val="solid"/>
          </a:ln>
        </p:spPr>
        <p:txBody>
          <a:bodyPr wrap="square" lIns="130852" tIns="67352" rIns="130852" bIns="67352" rtlCol="0" anchor="ctr">
            <a:normAutofit/>
          </a:bodyPr>
          <a:lstStyle/>
          <a:p>
            <a:pPr marL="0" indent="0" algn="l">
              <a:lnSpc>
                <a:spcPts val="1960"/>
              </a:lnSpc>
              <a:buNone/>
            </a:pPr>
            <a:r>
              <a:rPr lang="en-US" sz="1400" b="1">
                <a:solidFill>
                  <a:srgbClr val="C2410C"/>
                </a:solidFill>
                <a:latin typeface="Noto Sans JP" pitchFamily="34" charset="0"/>
                <a:ea typeface="Noto Sans JP" pitchFamily="34" charset="-122"/>
                <a:cs typeface="Noto Sans JP" pitchFamily="34" charset="-120"/>
              </a:rPr>
              <a:t>タイトル</a:t>
            </a:r>
            <a:endParaRPr lang="en-US" sz="1400"/>
          </a:p>
        </p:txBody>
      </p:sp>
      <p:sp>
        <p:nvSpPr>
          <p:cNvPr id="5" name="Text 3"/>
          <p:cNvSpPr/>
          <p:nvPr/>
        </p:nvSpPr>
        <p:spPr>
          <a:xfrm>
            <a:off x="812800" y="1061132"/>
            <a:ext cx="2552700" cy="2396210"/>
          </a:xfrm>
          <a:prstGeom prst="roundRect">
            <a:avLst>
              <a:gd name="adj" fmla="val 8427"/>
            </a:avLst>
          </a:prstGeom>
          <a:solidFill>
            <a:srgbClr val="FFFDF9"/>
          </a:solidFill>
          <a:ln w="12700">
            <a:solidFill>
              <a:srgbClr val="D9CFC2"/>
            </a:solidFill>
            <a:prstDash val="solid"/>
          </a:ln>
        </p:spPr>
        <p:txBody>
          <a:bodyPr wrap="square" lIns="130852" tIns="80052" rIns="63796" bIns="80052" rtlCol="0" anchor="t">
            <a:normAutofit/>
          </a:bodyPr>
          <a:lstStyle/>
          <a:p>
            <a:pPr marL="0" indent="0" algn="l">
              <a:lnSpc>
                <a:spcPts val="1960"/>
              </a:lnSpc>
              <a:buNone/>
            </a:pPr>
            <a:r>
              <a:rPr lang="en-US" sz="1400" b="1" dirty="0" err="1">
                <a:solidFill>
                  <a:srgbClr val="C2410C"/>
                </a:solidFill>
                <a:latin typeface="Noto Sans JP" pitchFamily="34" charset="0"/>
                <a:ea typeface="Noto Sans JP" pitchFamily="34" charset="-122"/>
                <a:cs typeface="Noto Sans JP" pitchFamily="34" charset="-120"/>
              </a:rPr>
              <a:t>主人公は</a:t>
            </a:r>
            <a:r>
              <a:rPr lang="en-US" sz="1400" b="1" dirty="0">
                <a:solidFill>
                  <a:srgbClr val="C2410C"/>
                </a:solidFill>
                <a:latin typeface="Noto Sans JP" pitchFamily="34" charset="0"/>
                <a:ea typeface="Noto Sans JP" pitchFamily="34" charset="-122"/>
                <a:cs typeface="Noto Sans JP" pitchFamily="34" charset="-120"/>
              </a:rPr>
              <a:t>？</a:t>
            </a:r>
            <a:endParaRPr lang="en-US" sz="1400" dirty="0"/>
          </a:p>
          <a:p>
            <a:pPr marL="0" indent="0" algn="l">
              <a:lnSpc>
                <a:spcPts val="1960"/>
              </a:lnSpc>
              <a:buNone/>
            </a:pPr>
            <a:r>
              <a:rPr lang="ja-JP" sz="1300" b="0" dirty="0">
                <a:solidFill>
                  <a:srgbClr val="3B2F27"/>
                </a:solidFill>
                <a:latin typeface="Noto Sans JP"/>
                <a:ea typeface="Noto Sans JP"/>
                <a:cs typeface="Noto Sans JP"/>
              </a:rPr>
              <a:t>砂に潜る力を持つ</a:t>
            </a:r>
            <a:endParaRPr lang="en-US" altLang="ja-JP" sz="1300" b="0" dirty="0">
              <a:solidFill>
                <a:srgbClr val="3B2F27"/>
              </a:solidFill>
              <a:latin typeface="Noto Sans JP"/>
              <a:ea typeface="Noto Sans JP"/>
              <a:cs typeface="Noto Sans JP"/>
            </a:endParaRPr>
          </a:p>
          <a:p>
            <a:pPr marL="0" indent="0" algn="l">
              <a:lnSpc>
                <a:spcPts val="1960"/>
              </a:lnSpc>
              <a:buNone/>
            </a:pPr>
            <a:r>
              <a:rPr lang="ja-JP" altLang="en-US" sz="1300" dirty="0">
                <a:solidFill>
                  <a:srgbClr val="3B2F27"/>
                </a:solidFill>
                <a:latin typeface="Noto Sans JP"/>
                <a:ea typeface="Noto Sans JP"/>
                <a:cs typeface="Noto Sans JP"/>
              </a:rPr>
              <a:t>バウンティ</a:t>
            </a:r>
            <a:r>
              <a:rPr lang="ja-JP" altLang="en-US" sz="1300" b="0" dirty="0">
                <a:solidFill>
                  <a:srgbClr val="3B2F27"/>
                </a:solidFill>
                <a:latin typeface="Noto Sans JP"/>
                <a:ea typeface="Noto Sans JP"/>
                <a:cs typeface="Noto Sans JP"/>
              </a:rPr>
              <a:t>ハンター</a:t>
            </a:r>
            <a:endParaRPr lang="en-US" altLang="ja-JP" sz="1300" b="0" dirty="0">
              <a:solidFill>
                <a:srgbClr val="3B2F27"/>
              </a:solidFill>
              <a:latin typeface="Noto Sans JP"/>
              <a:ea typeface="Noto Sans JP"/>
              <a:cs typeface="Noto Sans JP"/>
            </a:endParaRPr>
          </a:p>
          <a:p>
            <a:pPr marL="0" indent="0" algn="l">
              <a:lnSpc>
                <a:spcPts val="1960"/>
              </a:lnSpc>
              <a:buNone/>
            </a:pPr>
            <a:endParaRPr lang="en-US" altLang="ja-JP" sz="1300" b="0" dirty="0">
              <a:solidFill>
                <a:srgbClr val="3B2F27"/>
              </a:solidFill>
              <a:latin typeface="Noto Sans JP"/>
              <a:ea typeface="Noto Sans JP"/>
              <a:cs typeface="Noto Sans JP"/>
            </a:endParaRPr>
          </a:p>
          <a:p>
            <a:r>
              <a:rPr lang="ja-JP" altLang="en-US" sz="1300" b="0" dirty="0">
                <a:solidFill>
                  <a:srgbClr val="3B2F27"/>
                </a:solidFill>
                <a:latin typeface="Noto Sans JP"/>
                <a:ea typeface="Noto Sans JP"/>
                <a:cs typeface="Noto Sans JP"/>
              </a:rPr>
              <a:t>砂を吸い込み、圧縮して弾にする銃を扱う</a:t>
            </a:r>
            <a:endParaRPr lang="en-US" altLang="ja-JP" sz="1300" b="0" dirty="0">
              <a:solidFill>
                <a:srgbClr val="3B2F27"/>
              </a:solidFill>
              <a:latin typeface="Noto Sans JP"/>
              <a:ea typeface="Noto Sans JP"/>
              <a:cs typeface="Noto Sans JP"/>
            </a:endParaRPr>
          </a:p>
          <a:p>
            <a:r>
              <a:rPr lang="ja-JP" altLang="en-US" sz="1300" dirty="0">
                <a:solidFill>
                  <a:srgbClr val="3B2F27"/>
                </a:solidFill>
                <a:latin typeface="Noto Sans JP"/>
                <a:ea typeface="Noto Sans JP"/>
                <a:cs typeface="Noto Sans JP"/>
              </a:rPr>
              <a:t>そのため、</a:t>
            </a:r>
            <a:endParaRPr lang="en-US" altLang="ja-JP" sz="1300" dirty="0">
              <a:solidFill>
                <a:srgbClr val="3B2F27"/>
              </a:solidFill>
              <a:latin typeface="Noto Sans JP"/>
              <a:ea typeface="Noto Sans JP"/>
              <a:cs typeface="Noto Sans JP"/>
            </a:endParaRPr>
          </a:p>
          <a:p>
            <a:r>
              <a:rPr lang="ja-JP" altLang="en-US" sz="1300" dirty="0">
                <a:solidFill>
                  <a:srgbClr val="3B2F27"/>
                </a:solidFill>
                <a:latin typeface="Noto Sans JP"/>
                <a:ea typeface="Noto Sans JP"/>
                <a:cs typeface="Noto Sans JP"/>
              </a:rPr>
              <a:t>遠距離からの狙撃は不可</a:t>
            </a:r>
            <a:endParaRPr lang="en-US" altLang="ja-JP" sz="1300" dirty="0">
              <a:solidFill>
                <a:srgbClr val="3B2F27"/>
              </a:solidFill>
              <a:latin typeface="Noto Sans JP"/>
              <a:ea typeface="Noto Sans JP"/>
              <a:cs typeface="Noto Sans JP"/>
            </a:endParaRPr>
          </a:p>
          <a:p>
            <a:endParaRPr lang="en-US" altLang="ja-JP" sz="1300" dirty="0">
              <a:solidFill>
                <a:srgbClr val="3B2F27"/>
              </a:solidFill>
              <a:latin typeface="Noto Sans JP"/>
              <a:ea typeface="Noto Sans JP"/>
              <a:cs typeface="Noto Sans JP"/>
            </a:endParaRPr>
          </a:p>
          <a:p>
            <a:endParaRPr lang="ja-JP" sz="1300" b="0" dirty="0">
              <a:solidFill>
                <a:srgbClr val="3B2F27"/>
              </a:solidFill>
              <a:latin typeface="Noto Sans JP"/>
              <a:ea typeface="Noto Sans JP"/>
              <a:cs typeface="Noto Sans JP"/>
            </a:endParaRPr>
          </a:p>
        </p:txBody>
      </p:sp>
      <p:sp>
        <p:nvSpPr>
          <p:cNvPr id="6" name="Text 4"/>
          <p:cNvSpPr/>
          <p:nvPr/>
        </p:nvSpPr>
        <p:spPr>
          <a:xfrm>
            <a:off x="3486152" y="1078508"/>
            <a:ext cx="5839412" cy="2386862"/>
          </a:xfrm>
          <a:prstGeom prst="roundRect">
            <a:avLst>
              <a:gd name="adj" fmla="val 8427"/>
            </a:avLst>
          </a:prstGeom>
          <a:solidFill>
            <a:srgbClr val="FFFDF9"/>
          </a:solidFill>
          <a:ln w="12700">
            <a:solidFill>
              <a:srgbClr val="D9CFC2"/>
            </a:solidFill>
            <a:prstDash val="solid"/>
          </a:ln>
        </p:spPr>
        <p:txBody>
          <a:bodyPr wrap="square" lIns="130852" tIns="80052" rIns="63796" bIns="80052" rtlCol="0" anchor="t">
            <a:normAutofit/>
          </a:bodyPr>
          <a:lstStyle/>
          <a:p>
            <a:pPr marL="0" indent="0" algn="l">
              <a:lnSpc>
                <a:spcPts val="1960"/>
              </a:lnSpc>
              <a:buNone/>
            </a:pPr>
            <a:r>
              <a:rPr lang="en-US" sz="1400" b="1" dirty="0" err="1">
                <a:solidFill>
                  <a:srgbClr val="C2410C"/>
                </a:solidFill>
                <a:latin typeface="Noto Sans JP" pitchFamily="34" charset="0"/>
                <a:ea typeface="Noto Sans JP" pitchFamily="34" charset="-122"/>
                <a:cs typeface="Noto Sans JP" pitchFamily="34" charset="-120"/>
              </a:rPr>
              <a:t>ステージ・フィールドは</a:t>
            </a:r>
            <a:r>
              <a:rPr lang="en-US" sz="1400" b="1" dirty="0">
                <a:solidFill>
                  <a:srgbClr val="C2410C"/>
                </a:solidFill>
                <a:latin typeface="Noto Sans JP" pitchFamily="34" charset="0"/>
                <a:ea typeface="Noto Sans JP" pitchFamily="34" charset="-122"/>
                <a:cs typeface="Noto Sans JP" pitchFamily="34" charset="-120"/>
              </a:rPr>
              <a:t>？</a:t>
            </a:r>
            <a:endParaRPr lang="en-US" altLang="ja-JP" sz="1300" dirty="0">
              <a:solidFill>
                <a:srgbClr val="3B2F27"/>
              </a:solidFill>
              <a:latin typeface="Noto Sans JP"/>
              <a:ea typeface="Noto Sans JP"/>
              <a:cs typeface="Noto Sans JP"/>
            </a:endParaRPr>
          </a:p>
          <a:p>
            <a:pPr marL="0" indent="0" algn="l">
              <a:lnSpc>
                <a:spcPts val="1960"/>
              </a:lnSpc>
              <a:buNone/>
            </a:pPr>
            <a:r>
              <a:rPr lang="ja-JP" altLang="en-US" sz="1300" dirty="0">
                <a:solidFill>
                  <a:srgbClr val="3B2F27"/>
                </a:solidFill>
                <a:latin typeface="Noto Sans JP"/>
                <a:ea typeface="Noto Sans JP"/>
                <a:cs typeface="Noto Sans JP"/>
              </a:rPr>
              <a:t>洞窟</a:t>
            </a:r>
            <a:r>
              <a:rPr lang="ja-JP" altLang="en-US" sz="1300" b="0" dirty="0">
                <a:solidFill>
                  <a:srgbClr val="3B2F27"/>
                </a:solidFill>
                <a:latin typeface="Noto Sans JP"/>
                <a:ea typeface="Noto Sans JP"/>
                <a:cs typeface="Noto Sans JP"/>
              </a:rPr>
              <a:t>に陣取る賊</a:t>
            </a:r>
            <a:r>
              <a:rPr lang="ja-JP" altLang="en-US" sz="1300" dirty="0">
                <a:solidFill>
                  <a:srgbClr val="3B2F27"/>
                </a:solidFill>
                <a:latin typeface="Noto Sans JP"/>
                <a:ea typeface="Noto Sans JP"/>
                <a:cs typeface="Noto Sans JP"/>
              </a:rPr>
              <a:t>がいる</a:t>
            </a:r>
            <a:r>
              <a:rPr lang="ja-JP" sz="1300" b="0" dirty="0">
                <a:solidFill>
                  <a:srgbClr val="3B2F27"/>
                </a:solidFill>
                <a:latin typeface="Noto Sans JP"/>
                <a:ea typeface="Noto Sans JP"/>
                <a:cs typeface="Noto Sans JP"/>
              </a:rPr>
              <a:t>基地</a:t>
            </a:r>
            <a:endParaRPr lang="en-US" altLang="ja-JP" sz="1300" b="0" dirty="0">
              <a:solidFill>
                <a:srgbClr val="3B2F27"/>
              </a:solidFill>
              <a:latin typeface="Noto Sans JP"/>
              <a:ea typeface="Noto Sans JP"/>
              <a:cs typeface="Noto Sans JP"/>
            </a:endParaRPr>
          </a:p>
          <a:p>
            <a:pPr marL="0" indent="0" algn="l">
              <a:lnSpc>
                <a:spcPts val="1960"/>
              </a:lnSpc>
              <a:buNone/>
            </a:pPr>
            <a:r>
              <a:rPr lang="ja-JP" altLang="en-US" sz="1300" dirty="0">
                <a:solidFill>
                  <a:srgbClr val="3B2F27"/>
                </a:solidFill>
                <a:latin typeface="Noto Sans JP"/>
                <a:ea typeface="Noto Sans JP"/>
                <a:cs typeface="Noto Sans JP"/>
              </a:rPr>
              <a:t>依頼主の要望は「賊を壊滅させてほしい」</a:t>
            </a:r>
            <a:endParaRPr lang="en-US" altLang="ja-JP" sz="1300" dirty="0">
              <a:solidFill>
                <a:srgbClr val="3B2F27"/>
              </a:solidFill>
              <a:latin typeface="Noto Sans JP"/>
              <a:ea typeface="Noto Sans JP"/>
              <a:cs typeface="Noto Sans JP"/>
            </a:endParaRPr>
          </a:p>
          <a:p>
            <a:pPr marL="0" indent="0" algn="l">
              <a:lnSpc>
                <a:spcPts val="1960"/>
              </a:lnSpc>
              <a:buNone/>
            </a:pPr>
            <a:endParaRPr lang="en-US" altLang="ja-JP" sz="1300" b="0" dirty="0">
              <a:solidFill>
                <a:srgbClr val="3B2F27"/>
              </a:solidFill>
              <a:latin typeface="Noto Sans JP"/>
              <a:ea typeface="Noto Sans JP"/>
              <a:cs typeface="Noto Sans JP"/>
            </a:endParaRPr>
          </a:p>
          <a:p>
            <a:pPr marL="0" indent="0" algn="l">
              <a:lnSpc>
                <a:spcPts val="1960"/>
              </a:lnSpc>
              <a:buNone/>
            </a:pPr>
            <a:r>
              <a:rPr lang="ja-JP" altLang="en-US" sz="1300" b="0" dirty="0">
                <a:solidFill>
                  <a:srgbClr val="3B2F27"/>
                </a:solidFill>
                <a:latin typeface="Noto Sans JP"/>
                <a:ea typeface="Noto Sans JP"/>
                <a:cs typeface="Noto Sans JP"/>
              </a:rPr>
              <a:t>大きく</a:t>
            </a:r>
            <a:r>
              <a:rPr lang="en-US" altLang="ja-JP" sz="1300" b="0" dirty="0">
                <a:solidFill>
                  <a:srgbClr val="3B2F27"/>
                </a:solidFill>
                <a:latin typeface="Noto Sans JP"/>
                <a:ea typeface="Noto Sans JP"/>
                <a:cs typeface="Noto Sans JP"/>
              </a:rPr>
              <a:t>3</a:t>
            </a:r>
            <a:r>
              <a:rPr lang="ja-JP" altLang="en-US" sz="1300" b="0" dirty="0">
                <a:solidFill>
                  <a:srgbClr val="3B2F27"/>
                </a:solidFill>
                <a:latin typeface="Noto Sans JP"/>
                <a:ea typeface="Noto Sans JP"/>
                <a:cs typeface="Noto Sans JP"/>
              </a:rPr>
              <a:t>ステージに分かれ、最後のステージに賞金首（ボス）がいる</a:t>
            </a:r>
            <a:endParaRPr lang="en-US" altLang="ja-JP" sz="1300" dirty="0">
              <a:solidFill>
                <a:srgbClr val="3B2F27"/>
              </a:solidFill>
              <a:latin typeface="Noto Sans JP"/>
              <a:ea typeface="Noto Sans JP"/>
              <a:cs typeface="Noto Sans JP"/>
            </a:endParaRPr>
          </a:p>
          <a:p>
            <a:pPr marL="0" indent="0" algn="l">
              <a:lnSpc>
                <a:spcPts val="1960"/>
              </a:lnSpc>
              <a:buNone/>
            </a:pPr>
            <a:r>
              <a:rPr lang="ja-JP" altLang="en-US" sz="1300" b="0" dirty="0">
                <a:solidFill>
                  <a:srgbClr val="3B2F27"/>
                </a:solidFill>
                <a:latin typeface="Noto Sans JP"/>
                <a:ea typeface="Noto Sans JP"/>
                <a:cs typeface="Noto Sans JP"/>
              </a:rPr>
              <a:t>ステージ</a:t>
            </a:r>
            <a:r>
              <a:rPr lang="en-US" altLang="ja-JP" sz="1300" b="0" dirty="0">
                <a:solidFill>
                  <a:srgbClr val="3B2F27"/>
                </a:solidFill>
                <a:latin typeface="Noto Sans JP"/>
                <a:ea typeface="Noto Sans JP"/>
                <a:cs typeface="Noto Sans JP"/>
              </a:rPr>
              <a:t>2</a:t>
            </a:r>
            <a:r>
              <a:rPr lang="ja-JP" altLang="en-US" sz="1300" b="0" dirty="0">
                <a:solidFill>
                  <a:srgbClr val="3B2F27"/>
                </a:solidFill>
                <a:latin typeface="Noto Sans JP"/>
                <a:ea typeface="Noto Sans JP"/>
                <a:cs typeface="Noto Sans JP"/>
              </a:rPr>
              <a:t>でボスのもとへのカギを入手</a:t>
            </a:r>
            <a:endParaRPr lang="en-US" altLang="ja-JP" sz="1300" b="0" dirty="0">
              <a:solidFill>
                <a:srgbClr val="3B2F27"/>
              </a:solidFill>
              <a:latin typeface="Noto Sans JP"/>
              <a:ea typeface="Noto Sans JP"/>
              <a:cs typeface="Noto Sans JP"/>
            </a:endParaRPr>
          </a:p>
          <a:p>
            <a:pPr marL="0" indent="0" algn="l">
              <a:lnSpc>
                <a:spcPts val="1960"/>
              </a:lnSpc>
              <a:buNone/>
            </a:pPr>
            <a:r>
              <a:rPr lang="ja-JP" altLang="en-US" sz="1300" dirty="0">
                <a:solidFill>
                  <a:srgbClr val="3B2F27"/>
                </a:solidFill>
                <a:latin typeface="Noto Sans JP"/>
                <a:ea typeface="Noto Sans JP"/>
                <a:cs typeface="Noto Sans JP"/>
              </a:rPr>
              <a:t>砂にもぐって暗転しステージ移動</a:t>
            </a:r>
            <a:endParaRPr lang="en-US" altLang="ja-JP" sz="1300" b="0" dirty="0">
              <a:solidFill>
                <a:srgbClr val="3B2F27"/>
              </a:solidFill>
              <a:latin typeface="Noto Sans JP"/>
              <a:ea typeface="Noto Sans JP"/>
              <a:cs typeface="Noto Sans JP"/>
            </a:endParaRPr>
          </a:p>
          <a:p>
            <a:pPr marL="0" indent="0" algn="l">
              <a:lnSpc>
                <a:spcPts val="1960"/>
              </a:lnSpc>
              <a:buNone/>
            </a:pPr>
            <a:r>
              <a:rPr lang="ja-JP" altLang="en-US" sz="1300" b="0" dirty="0">
                <a:solidFill>
                  <a:srgbClr val="3B2F27"/>
                </a:solidFill>
                <a:latin typeface="Noto Sans JP"/>
                <a:ea typeface="Noto Sans JP"/>
                <a:cs typeface="Noto Sans JP"/>
              </a:rPr>
              <a:t>　</a:t>
            </a:r>
            <a:endParaRPr lang="en-US" altLang="ja-JP" sz="1300" b="0" dirty="0">
              <a:solidFill>
                <a:srgbClr val="3B2F27"/>
              </a:solidFill>
              <a:latin typeface="Noto Sans JP"/>
              <a:ea typeface="Noto Sans JP"/>
              <a:cs typeface="Noto Sans JP"/>
            </a:endParaRPr>
          </a:p>
          <a:p>
            <a:pPr marL="0" indent="0" algn="l">
              <a:lnSpc>
                <a:spcPts val="1960"/>
              </a:lnSpc>
              <a:buNone/>
            </a:pPr>
            <a:endParaRPr lang="ja-JP" sz="1300" b="0" dirty="0">
              <a:solidFill>
                <a:srgbClr val="3B2F27"/>
              </a:solidFill>
              <a:latin typeface="Noto Sans JP"/>
              <a:ea typeface="Noto Sans JP"/>
              <a:cs typeface="Noto Sans JP"/>
            </a:endParaRPr>
          </a:p>
        </p:txBody>
      </p:sp>
      <p:sp>
        <p:nvSpPr>
          <p:cNvPr id="7" name="Text 5"/>
          <p:cNvSpPr/>
          <p:nvPr/>
        </p:nvSpPr>
        <p:spPr>
          <a:xfrm>
            <a:off x="9446216" y="1054709"/>
            <a:ext cx="2552700" cy="944814"/>
          </a:xfrm>
          <a:prstGeom prst="roundRect">
            <a:avLst>
              <a:gd name="adj" fmla="val 8427"/>
            </a:avLst>
          </a:prstGeom>
          <a:solidFill>
            <a:srgbClr val="FFFDF9"/>
          </a:solidFill>
          <a:ln w="12700">
            <a:solidFill>
              <a:srgbClr val="D9CFC2"/>
            </a:solidFill>
            <a:prstDash val="solid"/>
          </a:ln>
        </p:spPr>
        <p:txBody>
          <a:bodyPr wrap="square" lIns="130852" tIns="80052" rIns="63796" bIns="80052" rtlCol="0" anchor="t">
            <a:normAutofit/>
          </a:bodyPr>
          <a:lstStyle/>
          <a:p>
            <a:pPr marL="0" indent="0" algn="l">
              <a:lnSpc>
                <a:spcPts val="1960"/>
              </a:lnSpc>
              <a:buNone/>
            </a:pPr>
            <a:r>
              <a:rPr lang="en-US" sz="1400" b="1" dirty="0" err="1">
                <a:solidFill>
                  <a:srgbClr val="C2410C"/>
                </a:solidFill>
                <a:latin typeface="Noto Sans JP" pitchFamily="34" charset="0"/>
                <a:ea typeface="Noto Sans JP" pitchFamily="34" charset="-122"/>
                <a:cs typeface="Noto Sans JP" pitchFamily="34" charset="-120"/>
              </a:rPr>
              <a:t>繰り返す手段は</a:t>
            </a:r>
            <a:r>
              <a:rPr lang="en-US" sz="1400" b="1" dirty="0">
                <a:solidFill>
                  <a:srgbClr val="C2410C"/>
                </a:solidFill>
                <a:latin typeface="Noto Sans JP" pitchFamily="34" charset="0"/>
                <a:ea typeface="Noto Sans JP" pitchFamily="34" charset="-122"/>
                <a:cs typeface="Noto Sans JP" pitchFamily="34" charset="-120"/>
              </a:rPr>
              <a:t>？</a:t>
            </a:r>
            <a:endParaRPr lang="en-US" sz="1400" dirty="0"/>
          </a:p>
          <a:p>
            <a:pPr marL="0" indent="0" algn="l">
              <a:lnSpc>
                <a:spcPts val="1960"/>
              </a:lnSpc>
              <a:buNone/>
            </a:pPr>
            <a:r>
              <a:rPr lang="ja-JP" sz="1300" b="0" dirty="0">
                <a:solidFill>
                  <a:srgbClr val="3B2F27"/>
                </a:solidFill>
                <a:latin typeface="Noto Sans JP"/>
                <a:ea typeface="Noto Sans JP"/>
                <a:cs typeface="Noto Sans JP"/>
              </a:rPr>
              <a:t>砂に潜って弾薬を補給</a:t>
            </a:r>
            <a:r>
              <a:rPr lang="ja-JP" altLang="en-US" sz="1300" b="0" dirty="0">
                <a:solidFill>
                  <a:srgbClr val="3B2F27"/>
                </a:solidFill>
                <a:latin typeface="Noto Sans JP"/>
                <a:ea typeface="Noto Sans JP"/>
                <a:cs typeface="Noto Sans JP"/>
              </a:rPr>
              <a:t>する</a:t>
            </a:r>
            <a:br>
              <a:rPr lang="en-US" altLang="ja-JP" sz="1300" dirty="0">
                <a:solidFill>
                  <a:srgbClr val="3B2F27"/>
                </a:solidFill>
                <a:latin typeface="Noto Sans JP"/>
                <a:ea typeface="Noto Sans JP"/>
                <a:cs typeface="Noto Sans JP"/>
              </a:rPr>
            </a:br>
            <a:r>
              <a:rPr lang="ja-JP" altLang="en-US" sz="1300" dirty="0">
                <a:solidFill>
                  <a:srgbClr val="3B2F27"/>
                </a:solidFill>
                <a:latin typeface="Noto Sans JP"/>
                <a:ea typeface="Noto Sans JP"/>
                <a:cs typeface="Noto Sans JP"/>
              </a:rPr>
              <a:t>敵に忍び寄り</a:t>
            </a:r>
            <a:r>
              <a:rPr lang="ja-JP" sz="1300" b="0" dirty="0">
                <a:solidFill>
                  <a:srgbClr val="3B2F27"/>
                </a:solidFill>
                <a:latin typeface="Noto Sans JP"/>
                <a:ea typeface="Noto Sans JP"/>
                <a:cs typeface="Noto Sans JP"/>
              </a:rPr>
              <a:t>浮上して撃つ</a:t>
            </a:r>
          </a:p>
        </p:txBody>
      </p:sp>
      <p:sp>
        <p:nvSpPr>
          <p:cNvPr id="8" name="Text 6"/>
          <p:cNvSpPr/>
          <p:nvPr/>
        </p:nvSpPr>
        <p:spPr>
          <a:xfrm>
            <a:off x="9437402" y="2095523"/>
            <a:ext cx="2552700" cy="1276843"/>
          </a:xfrm>
          <a:prstGeom prst="roundRect">
            <a:avLst>
              <a:gd name="adj" fmla="val 8427"/>
            </a:avLst>
          </a:prstGeom>
          <a:solidFill>
            <a:srgbClr val="FFFDF9"/>
          </a:solidFill>
          <a:ln w="12700">
            <a:solidFill>
              <a:srgbClr val="D9CFC2"/>
            </a:solidFill>
            <a:prstDash val="solid"/>
          </a:ln>
        </p:spPr>
        <p:txBody>
          <a:bodyPr wrap="square" lIns="130852" tIns="80052" rIns="63796" bIns="80052" rtlCol="0" anchor="t">
            <a:normAutofit fontScale="70000" lnSpcReduction="20000"/>
          </a:bodyPr>
          <a:lstStyle/>
          <a:p>
            <a:pPr marL="0" indent="0" algn="l">
              <a:lnSpc>
                <a:spcPts val="1960"/>
              </a:lnSpc>
              <a:buNone/>
            </a:pPr>
            <a:r>
              <a:rPr lang="en-US" sz="2900" b="1" dirty="0" err="1">
                <a:solidFill>
                  <a:srgbClr val="C2410C"/>
                </a:solidFill>
                <a:latin typeface="Noto Sans JP" pitchFamily="34" charset="0"/>
                <a:ea typeface="Noto Sans JP" pitchFamily="34" charset="-122"/>
                <a:cs typeface="Noto Sans JP" pitchFamily="34" charset="-120"/>
              </a:rPr>
              <a:t>小目的は</a:t>
            </a:r>
            <a:r>
              <a:rPr lang="en-US" sz="2900" b="1" dirty="0">
                <a:solidFill>
                  <a:srgbClr val="C2410C"/>
                </a:solidFill>
                <a:latin typeface="Noto Sans JP" pitchFamily="34" charset="0"/>
                <a:ea typeface="Noto Sans JP" pitchFamily="34" charset="-122"/>
                <a:cs typeface="Noto Sans JP" pitchFamily="34" charset="-120"/>
              </a:rPr>
              <a:t>？</a:t>
            </a:r>
            <a:endParaRPr lang="en-US" sz="2900" dirty="0"/>
          </a:p>
          <a:p>
            <a:pPr marL="0" indent="0" algn="l">
              <a:lnSpc>
                <a:spcPts val="1960"/>
              </a:lnSpc>
              <a:buNone/>
            </a:pPr>
            <a:r>
              <a:rPr lang="ja-JP" sz="2300" b="0" dirty="0">
                <a:solidFill>
                  <a:srgbClr val="3B2F27"/>
                </a:solidFill>
                <a:latin typeface="Noto Sans JP"/>
                <a:ea typeface="Noto Sans JP"/>
                <a:cs typeface="Noto Sans JP"/>
              </a:rPr>
              <a:t>エリアごとの敵を</a:t>
            </a:r>
            <a:r>
              <a:rPr lang="ja-JP" altLang="en-US" sz="2300" dirty="0">
                <a:solidFill>
                  <a:srgbClr val="3B2F27"/>
                </a:solidFill>
                <a:latin typeface="Noto Sans JP"/>
                <a:ea typeface="Noto Sans JP"/>
                <a:cs typeface="Noto Sans JP"/>
              </a:rPr>
              <a:t>殲滅</a:t>
            </a:r>
            <a:r>
              <a:rPr lang="ja-JP" altLang="en-US" sz="2300" b="0" dirty="0">
                <a:solidFill>
                  <a:srgbClr val="3B2F27"/>
                </a:solidFill>
                <a:latin typeface="Noto Sans JP"/>
                <a:ea typeface="Noto Sans JP"/>
                <a:cs typeface="Noto Sans JP"/>
              </a:rPr>
              <a:t>し</a:t>
            </a:r>
            <a:endParaRPr lang="en-US" altLang="ja-JP" sz="2300" dirty="0">
              <a:solidFill>
                <a:srgbClr val="3B2F27"/>
              </a:solidFill>
              <a:latin typeface="Noto Sans JP"/>
              <a:ea typeface="Noto Sans JP"/>
              <a:cs typeface="Noto Sans JP"/>
            </a:endParaRPr>
          </a:p>
          <a:p>
            <a:pPr marL="0" indent="0" algn="l">
              <a:lnSpc>
                <a:spcPts val="1960"/>
              </a:lnSpc>
              <a:buNone/>
            </a:pPr>
            <a:r>
              <a:rPr lang="ja-JP" altLang="en-US" sz="2300" dirty="0">
                <a:solidFill>
                  <a:srgbClr val="3B2F27"/>
                </a:solidFill>
                <a:latin typeface="Noto Sans JP"/>
                <a:ea typeface="Noto Sans JP"/>
                <a:cs typeface="Noto Sans JP"/>
              </a:rPr>
              <a:t>キーアイテムを</a:t>
            </a:r>
            <a:r>
              <a:rPr lang="ja-JP" altLang="en-US" sz="2300" b="0" dirty="0">
                <a:solidFill>
                  <a:srgbClr val="3B2F27"/>
                </a:solidFill>
                <a:latin typeface="Noto Sans JP"/>
                <a:ea typeface="Noto Sans JP"/>
                <a:cs typeface="Noto Sans JP"/>
              </a:rPr>
              <a:t>入手し、次のステージに進む</a:t>
            </a:r>
            <a:endParaRPr lang="ja-JP" sz="2300" b="0" dirty="0">
              <a:solidFill>
                <a:srgbClr val="3B2F27"/>
              </a:solidFill>
              <a:latin typeface="Noto Sans JP"/>
              <a:ea typeface="Noto Sans JP"/>
              <a:cs typeface="Noto Sans JP"/>
            </a:endParaRPr>
          </a:p>
        </p:txBody>
      </p:sp>
      <p:sp>
        <p:nvSpPr>
          <p:cNvPr id="9" name="Text 7"/>
          <p:cNvSpPr/>
          <p:nvPr/>
        </p:nvSpPr>
        <p:spPr>
          <a:xfrm>
            <a:off x="819150" y="3480252"/>
            <a:ext cx="5219700" cy="985201"/>
          </a:xfrm>
          <a:prstGeom prst="roundRect">
            <a:avLst>
              <a:gd name="adj" fmla="val 8427"/>
            </a:avLst>
          </a:prstGeom>
          <a:solidFill>
            <a:srgbClr val="FFFDF9"/>
          </a:solidFill>
          <a:ln w="12700">
            <a:solidFill>
              <a:srgbClr val="D9CFC2"/>
            </a:solidFill>
            <a:prstDash val="solid"/>
          </a:ln>
        </p:spPr>
        <p:txBody>
          <a:bodyPr wrap="square" lIns="130852" tIns="80052" rIns="0" bIns="80052" rtlCol="0" anchor="t">
            <a:normAutofit/>
          </a:bodyPr>
          <a:lstStyle/>
          <a:p>
            <a:pPr marL="0" indent="0" algn="l">
              <a:lnSpc>
                <a:spcPts val="1960"/>
              </a:lnSpc>
              <a:buNone/>
            </a:pPr>
            <a:r>
              <a:rPr lang="en-US" sz="1400" b="1" dirty="0" err="1">
                <a:solidFill>
                  <a:srgbClr val="C2410C"/>
                </a:solidFill>
                <a:latin typeface="Noto Sans JP" pitchFamily="34" charset="0"/>
                <a:ea typeface="Noto Sans JP" pitchFamily="34" charset="-122"/>
                <a:cs typeface="Noto Sans JP" pitchFamily="34" charset="-120"/>
              </a:rPr>
              <a:t>大目的・最終目的は</a:t>
            </a:r>
            <a:r>
              <a:rPr lang="en-US" sz="1400" b="1" dirty="0">
                <a:solidFill>
                  <a:srgbClr val="C2410C"/>
                </a:solidFill>
                <a:latin typeface="Noto Sans JP" pitchFamily="34" charset="0"/>
                <a:ea typeface="Noto Sans JP" pitchFamily="34" charset="-122"/>
                <a:cs typeface="Noto Sans JP" pitchFamily="34" charset="-120"/>
              </a:rPr>
              <a:t>？</a:t>
            </a:r>
            <a:endParaRPr lang="en-US" sz="1400" dirty="0"/>
          </a:p>
          <a:p>
            <a:pPr marL="0" indent="0" algn="l">
              <a:lnSpc>
                <a:spcPts val="1960"/>
              </a:lnSpc>
              <a:buNone/>
            </a:pPr>
            <a:r>
              <a:rPr lang="ja-JP" altLang="en-US" sz="1300" dirty="0">
                <a:solidFill>
                  <a:srgbClr val="3B2F27"/>
                </a:solidFill>
                <a:latin typeface="Noto Sans JP"/>
                <a:ea typeface="Noto Sans JP"/>
                <a:cs typeface="Noto Sans JP"/>
              </a:rPr>
              <a:t>ジェットパックで浮遊する能力を持つ</a:t>
            </a:r>
            <a:r>
              <a:rPr lang="ja-JP" altLang="en-US" sz="1300" b="0" dirty="0">
                <a:solidFill>
                  <a:srgbClr val="3B2F27"/>
                </a:solidFill>
                <a:latin typeface="Noto Sans JP"/>
                <a:ea typeface="Noto Sans JP"/>
                <a:cs typeface="Noto Sans JP"/>
              </a:rPr>
              <a:t>ボス</a:t>
            </a:r>
            <a:r>
              <a:rPr lang="ja-JP" sz="1300" b="0" dirty="0">
                <a:solidFill>
                  <a:srgbClr val="3B2F27"/>
                </a:solidFill>
                <a:latin typeface="Noto Sans JP"/>
                <a:ea typeface="Noto Sans JP"/>
                <a:cs typeface="Noto Sans JP"/>
              </a:rPr>
              <a:t>を倒し、</a:t>
            </a:r>
            <a:r>
              <a:rPr lang="ja-JP" altLang="en-US" sz="1300" b="0" dirty="0">
                <a:solidFill>
                  <a:srgbClr val="3B2F27"/>
                </a:solidFill>
                <a:latin typeface="Noto Sans JP"/>
                <a:ea typeface="Noto Sans JP"/>
                <a:cs typeface="Noto Sans JP"/>
              </a:rPr>
              <a:t>懸賞金を手に入れる</a:t>
            </a:r>
            <a:endParaRPr lang="ja-JP" sz="1300" b="0" dirty="0">
              <a:solidFill>
                <a:srgbClr val="3B2F27"/>
              </a:solidFill>
              <a:latin typeface="Noto Sans JP"/>
              <a:ea typeface="Noto Sans JP"/>
              <a:cs typeface="Noto Sans JP"/>
            </a:endParaRPr>
          </a:p>
        </p:txBody>
      </p:sp>
      <p:sp>
        <p:nvSpPr>
          <p:cNvPr id="10" name="Text 8"/>
          <p:cNvSpPr/>
          <p:nvPr/>
        </p:nvSpPr>
        <p:spPr>
          <a:xfrm>
            <a:off x="6153149" y="3489601"/>
            <a:ext cx="3169571" cy="1005616"/>
          </a:xfrm>
          <a:prstGeom prst="roundRect">
            <a:avLst>
              <a:gd name="adj" fmla="val 8427"/>
            </a:avLst>
          </a:prstGeom>
          <a:solidFill>
            <a:srgbClr val="FFFDF9"/>
          </a:solidFill>
          <a:ln w="12700">
            <a:solidFill>
              <a:srgbClr val="D9CFC2"/>
            </a:solidFill>
            <a:prstDash val="solid"/>
          </a:ln>
        </p:spPr>
        <p:txBody>
          <a:bodyPr wrap="square" lIns="130852" tIns="80052" rIns="63796" bIns="80052" rtlCol="0" anchor="t">
            <a:normAutofit/>
          </a:bodyPr>
          <a:lstStyle/>
          <a:p>
            <a:pPr marL="0" indent="0" algn="l">
              <a:lnSpc>
                <a:spcPts val="1960"/>
              </a:lnSpc>
              <a:buNone/>
            </a:pPr>
            <a:r>
              <a:rPr lang="en-US" sz="1400" b="1" dirty="0" err="1">
                <a:solidFill>
                  <a:srgbClr val="C2410C"/>
                </a:solidFill>
                <a:latin typeface="Noto Sans JP" pitchFamily="34" charset="0"/>
                <a:ea typeface="Noto Sans JP" pitchFamily="34" charset="-122"/>
                <a:cs typeface="Noto Sans JP" pitchFamily="34" charset="-120"/>
              </a:rPr>
              <a:t>どんなジャンル</a:t>
            </a:r>
            <a:r>
              <a:rPr lang="en-US" sz="1400" b="1" dirty="0">
                <a:solidFill>
                  <a:srgbClr val="C2410C"/>
                </a:solidFill>
                <a:latin typeface="Noto Sans JP" pitchFamily="34" charset="0"/>
                <a:ea typeface="Noto Sans JP" pitchFamily="34" charset="-122"/>
                <a:cs typeface="Noto Sans JP" pitchFamily="34" charset="-120"/>
              </a:rPr>
              <a:t>？</a:t>
            </a:r>
            <a:endParaRPr lang="en-US" sz="1400" dirty="0"/>
          </a:p>
          <a:p>
            <a:pPr marL="0" indent="0" algn="l">
              <a:lnSpc>
                <a:spcPts val="1960"/>
              </a:lnSpc>
              <a:buNone/>
            </a:pPr>
            <a:r>
              <a:rPr lang="ja-JP" sz="1300" b="0" dirty="0">
                <a:solidFill>
                  <a:srgbClr val="3B2F27"/>
                </a:solidFill>
                <a:latin typeface="Noto Sans JP"/>
                <a:ea typeface="Noto Sans JP"/>
                <a:cs typeface="Noto Sans JP"/>
              </a:rPr>
              <a:t>3Dシューティング（FPS）</a:t>
            </a:r>
            <a:endParaRPr lang="en-US" altLang="ja-JP" sz="1300" b="0" dirty="0">
              <a:solidFill>
                <a:srgbClr val="3B2F27"/>
              </a:solidFill>
              <a:latin typeface="Noto Sans JP"/>
              <a:ea typeface="Noto Sans JP"/>
              <a:cs typeface="Noto Sans JP"/>
            </a:endParaRPr>
          </a:p>
          <a:p>
            <a:pPr marL="0" indent="0" algn="l">
              <a:lnSpc>
                <a:spcPts val="1960"/>
              </a:lnSpc>
              <a:buNone/>
            </a:pPr>
            <a:r>
              <a:rPr lang="ja-JP" sz="1300" b="0" dirty="0">
                <a:solidFill>
                  <a:srgbClr val="3B2F27"/>
                </a:solidFill>
                <a:latin typeface="Noto Sans JP"/>
                <a:ea typeface="Noto Sans JP"/>
                <a:cs typeface="Noto Sans JP"/>
              </a:rPr>
              <a:t>潜行中は三人称視点</a:t>
            </a:r>
          </a:p>
        </p:txBody>
      </p:sp>
      <p:sp>
        <p:nvSpPr>
          <p:cNvPr id="11" name="Text 9"/>
          <p:cNvSpPr/>
          <p:nvPr/>
        </p:nvSpPr>
        <p:spPr>
          <a:xfrm>
            <a:off x="9446216" y="3480252"/>
            <a:ext cx="2552700" cy="1130300"/>
          </a:xfrm>
          <a:prstGeom prst="roundRect">
            <a:avLst>
              <a:gd name="adj" fmla="val 8427"/>
            </a:avLst>
          </a:prstGeom>
          <a:solidFill>
            <a:srgbClr val="FFFDF9"/>
          </a:solidFill>
          <a:ln w="12700">
            <a:solidFill>
              <a:srgbClr val="D9CFC2"/>
            </a:solidFill>
            <a:prstDash val="solid"/>
          </a:ln>
        </p:spPr>
        <p:txBody>
          <a:bodyPr wrap="square" lIns="130852" tIns="80052" rIns="63796" bIns="80052" rtlCol="0" anchor="t">
            <a:normAutofit/>
          </a:bodyPr>
          <a:lstStyle/>
          <a:p>
            <a:pPr marL="0" indent="0" algn="l">
              <a:lnSpc>
                <a:spcPts val="1960"/>
              </a:lnSpc>
              <a:buNone/>
            </a:pPr>
            <a:r>
              <a:rPr lang="en-US" sz="1400" b="1" dirty="0" err="1">
                <a:solidFill>
                  <a:srgbClr val="C2410C"/>
                </a:solidFill>
                <a:latin typeface="Noto Sans JP" pitchFamily="34" charset="0"/>
                <a:ea typeface="Noto Sans JP" pitchFamily="34" charset="-122"/>
                <a:cs typeface="Noto Sans JP" pitchFamily="34" charset="-120"/>
              </a:rPr>
              <a:t>クライマックスは</a:t>
            </a:r>
            <a:r>
              <a:rPr lang="en-US" sz="1400" b="1" dirty="0">
                <a:solidFill>
                  <a:srgbClr val="C2410C"/>
                </a:solidFill>
                <a:latin typeface="Noto Sans JP" pitchFamily="34" charset="0"/>
                <a:ea typeface="Noto Sans JP" pitchFamily="34" charset="-122"/>
                <a:cs typeface="Noto Sans JP" pitchFamily="34" charset="-120"/>
              </a:rPr>
              <a:t>？</a:t>
            </a:r>
            <a:endParaRPr lang="en-US" sz="1400" dirty="0"/>
          </a:p>
          <a:p>
            <a:pPr marL="0" indent="0" algn="l">
              <a:lnSpc>
                <a:spcPts val="1960"/>
              </a:lnSpc>
              <a:buNone/>
            </a:pPr>
            <a:r>
              <a:rPr lang="ja-JP" sz="1300" b="0" dirty="0">
                <a:solidFill>
                  <a:srgbClr val="3B2F27"/>
                </a:solidFill>
                <a:latin typeface="Noto Sans JP"/>
                <a:ea typeface="Noto Sans JP"/>
                <a:cs typeface="Noto Sans JP"/>
              </a:rPr>
              <a:t>潜行と浮上</a:t>
            </a:r>
            <a:r>
              <a:rPr lang="ja-JP" altLang="en-US" sz="1300" b="0" dirty="0">
                <a:solidFill>
                  <a:srgbClr val="3B2F27"/>
                </a:solidFill>
                <a:latin typeface="Noto Sans JP"/>
                <a:ea typeface="Noto Sans JP"/>
                <a:cs typeface="Noto Sans JP"/>
              </a:rPr>
              <a:t>も</a:t>
            </a:r>
            <a:r>
              <a:rPr lang="ja-JP" sz="1300" b="0" dirty="0">
                <a:solidFill>
                  <a:srgbClr val="3B2F27"/>
                </a:solidFill>
                <a:latin typeface="Noto Sans JP"/>
                <a:ea typeface="Noto Sans JP"/>
                <a:cs typeface="Noto Sans JP"/>
              </a:rPr>
              <a:t>駆使して</a:t>
            </a:r>
            <a:r>
              <a:rPr lang="ja-JP" altLang="en-US" sz="1300" dirty="0">
                <a:solidFill>
                  <a:srgbClr val="3B2F27"/>
                </a:solidFill>
                <a:latin typeface="Noto Sans JP"/>
                <a:ea typeface="Noto Sans JP"/>
                <a:cs typeface="Noto Sans JP"/>
              </a:rPr>
              <a:t>賊のボス</a:t>
            </a:r>
            <a:r>
              <a:rPr lang="ja-JP" sz="1300" b="0" dirty="0">
                <a:solidFill>
                  <a:srgbClr val="3B2F27"/>
                </a:solidFill>
                <a:latin typeface="Noto Sans JP"/>
                <a:ea typeface="Noto Sans JP"/>
                <a:cs typeface="Noto Sans JP"/>
              </a:rPr>
              <a:t>と戦う</a:t>
            </a:r>
          </a:p>
        </p:txBody>
      </p:sp>
      <p:sp>
        <p:nvSpPr>
          <p:cNvPr id="12" name="Shape 10"/>
          <p:cNvSpPr/>
          <p:nvPr/>
        </p:nvSpPr>
        <p:spPr>
          <a:xfrm>
            <a:off x="825500" y="4495217"/>
            <a:ext cx="11173416" cy="2295503"/>
          </a:xfrm>
          <a:prstGeom prst="roundRect">
            <a:avLst>
              <a:gd name="adj" fmla="val 3342"/>
            </a:avLst>
          </a:prstGeom>
          <a:solidFill>
            <a:srgbClr val="FFFDF9"/>
          </a:solidFill>
          <a:ln w="19050">
            <a:solidFill>
              <a:srgbClr val="C2410C"/>
            </a:solidFill>
            <a:prstDash val="solid"/>
          </a:ln>
        </p:spPr>
        <p:txBody>
          <a:bodyPr/>
          <a:lstStyle/>
          <a:p>
            <a:endParaRPr lang="ja-JP" altLang="en-US"/>
          </a:p>
        </p:txBody>
      </p:sp>
      <p:sp>
        <p:nvSpPr>
          <p:cNvPr id="13" name="Text 11"/>
          <p:cNvSpPr/>
          <p:nvPr/>
        </p:nvSpPr>
        <p:spPr>
          <a:xfrm>
            <a:off x="1009650" y="4646800"/>
            <a:ext cx="985341" cy="274241"/>
          </a:xfrm>
          <a:prstGeom prst="rect">
            <a:avLst/>
          </a:prstGeom>
          <a:noFill/>
          <a:ln/>
        </p:spPr>
        <p:txBody>
          <a:bodyPr wrap="square" lIns="0" tIns="0" rIns="0" bIns="0" rtlCol="0" anchor="t">
            <a:normAutofit/>
          </a:bodyPr>
          <a:lstStyle/>
          <a:p>
            <a:pPr marL="0" indent="0" algn="l">
              <a:lnSpc>
                <a:spcPts val="1960"/>
              </a:lnSpc>
              <a:buNone/>
            </a:pPr>
            <a:r>
              <a:rPr lang="en-US" sz="1400" b="1" dirty="0" err="1">
                <a:solidFill>
                  <a:srgbClr val="C2410C"/>
                </a:solidFill>
                <a:latin typeface="Noto Sans JP" pitchFamily="34" charset="0"/>
                <a:ea typeface="Noto Sans JP" pitchFamily="34" charset="-122"/>
                <a:cs typeface="Noto Sans JP" pitchFamily="34" charset="-120"/>
              </a:rPr>
              <a:t>ゲーム概要</a:t>
            </a:r>
            <a:endParaRPr lang="en-US" sz="1400" dirty="0"/>
          </a:p>
        </p:txBody>
      </p:sp>
      <p:sp>
        <p:nvSpPr>
          <p:cNvPr id="14" name="Text 12"/>
          <p:cNvSpPr/>
          <p:nvPr/>
        </p:nvSpPr>
        <p:spPr>
          <a:xfrm>
            <a:off x="1994991" y="4627157"/>
            <a:ext cx="1914227" cy="264120"/>
          </a:xfrm>
          <a:prstGeom prst="roundRect">
            <a:avLst>
              <a:gd name="adj" fmla="val 19234"/>
            </a:avLst>
          </a:prstGeom>
          <a:solidFill>
            <a:srgbClr val="2B2622"/>
          </a:solidFill>
          <a:ln/>
        </p:spPr>
        <p:txBody>
          <a:bodyPr wrap="none" lIns="0" tIns="0" rIns="0" bIns="0" rtlCol="0" anchor="ctr">
            <a:normAutofit/>
          </a:bodyPr>
          <a:lstStyle/>
          <a:p>
            <a:pPr marL="0" indent="0" algn="ctr">
              <a:lnSpc>
                <a:spcPts val="1680"/>
              </a:lnSpc>
              <a:buNone/>
            </a:pPr>
            <a:r>
              <a:rPr lang="en-US" sz="1200" b="1" dirty="0" err="1">
                <a:solidFill>
                  <a:srgbClr val="FBF8F2"/>
                </a:solidFill>
                <a:latin typeface="Noto Sans JP" pitchFamily="34" charset="0"/>
                <a:ea typeface="Noto Sans JP" pitchFamily="34" charset="-122"/>
                <a:cs typeface="Noto Sans JP" pitchFamily="34" charset="-120"/>
              </a:rPr>
              <a:t>この文法</a:t>
            </a:r>
            <a:r>
              <a:rPr lang="en-US" sz="1200" b="1" dirty="0">
                <a:solidFill>
                  <a:srgbClr val="FBF8F2"/>
                </a:solidFill>
                <a:latin typeface="Noto Sans JP" pitchFamily="34" charset="0"/>
                <a:ea typeface="Noto Sans JP" pitchFamily="34" charset="-122"/>
                <a:cs typeface="Noto Sans JP" pitchFamily="34" charset="-120"/>
              </a:rPr>
              <a:t> </a:t>
            </a:r>
            <a:r>
              <a:rPr lang="en-US" sz="1200" b="1" dirty="0" err="1">
                <a:solidFill>
                  <a:srgbClr val="FBF8F2"/>
                </a:solidFill>
                <a:latin typeface="Noto Sans JP" pitchFamily="34" charset="0"/>
                <a:ea typeface="Noto Sans JP" pitchFamily="34" charset="-122"/>
                <a:cs typeface="Noto Sans JP" pitchFamily="34" charset="-120"/>
              </a:rPr>
              <a:t>必ず守ること</a:t>
            </a:r>
            <a:r>
              <a:rPr lang="en-US" sz="1200" b="1" dirty="0">
                <a:solidFill>
                  <a:srgbClr val="FBF8F2"/>
                </a:solidFill>
                <a:latin typeface="Noto Sans JP" pitchFamily="34" charset="0"/>
                <a:ea typeface="Noto Sans JP" pitchFamily="34" charset="-122"/>
                <a:cs typeface="Noto Sans JP" pitchFamily="34" charset="-120"/>
              </a:rPr>
              <a:t>！</a:t>
            </a:r>
            <a:endParaRPr lang="en-US" sz="1200" dirty="0"/>
          </a:p>
        </p:txBody>
      </p:sp>
      <p:sp>
        <p:nvSpPr>
          <p:cNvPr id="15" name="Text 13"/>
          <p:cNvSpPr/>
          <p:nvPr/>
        </p:nvSpPr>
        <p:spPr>
          <a:xfrm>
            <a:off x="1009650" y="5007693"/>
            <a:ext cx="10477881" cy="238720"/>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4A4038"/>
                </a:solidFill>
                <a:latin typeface="Noto Sans JP" pitchFamily="34" charset="0"/>
                <a:ea typeface="Noto Sans JP" pitchFamily="34" charset="-122"/>
                <a:cs typeface="Noto Sans JP" pitchFamily="34" charset="-120"/>
              </a:rPr>
              <a:t>誰が（主人公</a:t>
            </a:r>
            <a:r>
              <a:rPr lang="en-US" sz="1200" dirty="0">
                <a:solidFill>
                  <a:srgbClr val="4A4038"/>
                </a:solidFill>
                <a:latin typeface="Noto Sans JP" pitchFamily="34" charset="0"/>
                <a:ea typeface="Noto Sans JP" pitchFamily="34" charset="-122"/>
                <a:cs typeface="Noto Sans JP" pitchFamily="34" charset="-120"/>
              </a:rPr>
              <a:t>）、</a:t>
            </a:r>
            <a:r>
              <a:rPr lang="en-US" sz="1200" dirty="0" err="1">
                <a:solidFill>
                  <a:srgbClr val="4A4038"/>
                </a:solidFill>
                <a:latin typeface="Noto Sans JP" pitchFamily="34" charset="0"/>
                <a:ea typeface="Noto Sans JP" pitchFamily="34" charset="-122"/>
                <a:cs typeface="Noto Sans JP" pitchFamily="34" charset="-120"/>
              </a:rPr>
              <a:t>どこで（ステージ</a:t>
            </a:r>
            <a:r>
              <a:rPr lang="en-US" sz="1200" dirty="0">
                <a:solidFill>
                  <a:srgbClr val="4A4038"/>
                </a:solidFill>
                <a:latin typeface="Noto Sans JP" pitchFamily="34" charset="0"/>
                <a:ea typeface="Noto Sans JP" pitchFamily="34" charset="-122"/>
                <a:cs typeface="Noto Sans JP" pitchFamily="34" charset="-120"/>
              </a:rPr>
              <a:t>）、■</a:t>
            </a:r>
            <a:r>
              <a:rPr lang="en-US" sz="1200" dirty="0" err="1">
                <a:solidFill>
                  <a:srgbClr val="4A4038"/>
                </a:solidFill>
                <a:latin typeface="Noto Sans JP" pitchFamily="34" charset="0"/>
                <a:ea typeface="Noto Sans JP" pitchFamily="34" charset="-122"/>
                <a:cs typeface="Noto Sans JP" pitchFamily="34" charset="-120"/>
              </a:rPr>
              <a:t>を繰り返して（手段</a:t>
            </a:r>
            <a:r>
              <a:rPr lang="en-US" sz="1200" dirty="0">
                <a:solidFill>
                  <a:srgbClr val="4A4038"/>
                </a:solidFill>
                <a:latin typeface="Noto Sans JP" pitchFamily="34" charset="0"/>
                <a:ea typeface="Noto Sans JP" pitchFamily="34" charset="-122"/>
                <a:cs typeface="Noto Sans JP" pitchFamily="34" charset="-120"/>
              </a:rPr>
              <a:t>）、◎</a:t>
            </a:r>
            <a:r>
              <a:rPr lang="en-US" sz="1200" dirty="0" err="1">
                <a:solidFill>
                  <a:srgbClr val="4A4038"/>
                </a:solidFill>
                <a:latin typeface="Noto Sans JP" pitchFamily="34" charset="0"/>
                <a:ea typeface="Noto Sans JP" pitchFamily="34" charset="-122"/>
                <a:cs typeface="Noto Sans JP" pitchFamily="34" charset="-120"/>
              </a:rPr>
              <a:t>を達成し（小目的</a:t>
            </a:r>
            <a:r>
              <a:rPr lang="en-US" sz="1200" dirty="0">
                <a:solidFill>
                  <a:srgbClr val="4A4038"/>
                </a:solidFill>
                <a:latin typeface="Noto Sans JP" pitchFamily="34" charset="0"/>
                <a:ea typeface="Noto Sans JP" pitchFamily="34" charset="-122"/>
                <a:cs typeface="Noto Sans JP" pitchFamily="34" charset="-120"/>
              </a:rPr>
              <a:t>）、</a:t>
            </a:r>
            <a:r>
              <a:rPr lang="en-US" sz="1200" dirty="0" err="1">
                <a:solidFill>
                  <a:srgbClr val="4A4038"/>
                </a:solidFill>
                <a:latin typeface="Noto Sans JP" pitchFamily="34" charset="0"/>
                <a:ea typeface="Noto Sans JP" pitchFamily="34" charset="-122"/>
                <a:cs typeface="Noto Sans JP" pitchFamily="34" charset="-120"/>
              </a:rPr>
              <a:t>最終的に</a:t>
            </a:r>
            <a:r>
              <a:rPr lang="en-US" sz="1200" dirty="0">
                <a:solidFill>
                  <a:srgbClr val="4A4038"/>
                </a:solidFill>
                <a:latin typeface="Noto Sans JP" pitchFamily="34" charset="0"/>
                <a:ea typeface="Noto Sans JP" pitchFamily="34" charset="-122"/>
                <a:cs typeface="Noto Sans JP" pitchFamily="34" charset="-120"/>
              </a:rPr>
              <a:t>××</a:t>
            </a:r>
            <a:r>
              <a:rPr lang="en-US" sz="1200" dirty="0" err="1">
                <a:solidFill>
                  <a:srgbClr val="4A4038"/>
                </a:solidFill>
                <a:latin typeface="Noto Sans JP" pitchFamily="34" charset="0"/>
                <a:ea typeface="Noto Sans JP" pitchFamily="34" charset="-122"/>
                <a:cs typeface="Noto Sans JP" pitchFamily="34" charset="-120"/>
              </a:rPr>
              <a:t>する（大目的</a:t>
            </a:r>
            <a:r>
              <a:rPr lang="en-US" sz="1200" dirty="0">
                <a:solidFill>
                  <a:srgbClr val="4A4038"/>
                </a:solidFill>
                <a:latin typeface="Noto Sans JP" pitchFamily="34" charset="0"/>
                <a:ea typeface="Noto Sans JP" pitchFamily="34" charset="-122"/>
                <a:cs typeface="Noto Sans JP" pitchFamily="34" charset="-120"/>
              </a:rPr>
              <a:t>）、</a:t>
            </a:r>
            <a:r>
              <a:rPr lang="en-US" sz="1200" dirty="0" err="1">
                <a:solidFill>
                  <a:srgbClr val="4A4038"/>
                </a:solidFill>
                <a:latin typeface="Noto Sans JP" pitchFamily="34" charset="0"/>
                <a:ea typeface="Noto Sans JP" pitchFamily="34" charset="-122"/>
                <a:cs typeface="Noto Sans JP" pitchFamily="34" charset="-120"/>
              </a:rPr>
              <a:t>〇〇ゲーム</a:t>
            </a:r>
            <a:endParaRPr lang="en-US" sz="1200" dirty="0"/>
          </a:p>
        </p:txBody>
      </p:sp>
      <p:sp>
        <p:nvSpPr>
          <p:cNvPr id="16" name="Text 14"/>
          <p:cNvSpPr/>
          <p:nvPr/>
        </p:nvSpPr>
        <p:spPr>
          <a:xfrm>
            <a:off x="1009650" y="5419716"/>
            <a:ext cx="1047788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7F74"/>
                </a:solidFill>
                <a:latin typeface="Noto Sans JP" pitchFamily="34" charset="0"/>
                <a:ea typeface="Noto Sans JP" pitchFamily="34" charset="-122"/>
                <a:cs typeface="Noto Sans JP" pitchFamily="34" charset="-120"/>
              </a:rPr>
              <a:t>例：伝説の聖剣を抜いた勇者が、地下迷宮で、アンデッドを倒し封じられた聖剣の力を取り戻し、最深部にいるネクロマンサーを倒し、王国に平和を取り戻す　</a:t>
            </a:r>
            <a:r>
              <a:rPr lang="en-US" sz="1200" dirty="0" err="1">
                <a:solidFill>
                  <a:srgbClr val="8A7F74"/>
                </a:solidFill>
                <a:latin typeface="Noto Sans JP" pitchFamily="34" charset="0"/>
                <a:ea typeface="Noto Sans JP" pitchFamily="34" charset="-122"/>
                <a:cs typeface="Noto Sans JP" pitchFamily="34" charset="-120"/>
              </a:rPr>
              <a:t>アクションゲーム</a:t>
            </a:r>
            <a:endParaRPr lang="en-US" sz="1200" dirty="0"/>
          </a:p>
        </p:txBody>
      </p:sp>
      <p:sp>
        <p:nvSpPr>
          <p:cNvPr id="17" name="TextBox 16"/>
          <p:cNvSpPr txBox="1"/>
          <p:nvPr/>
        </p:nvSpPr>
        <p:spPr>
          <a:xfrm>
            <a:off x="1009650" y="5979643"/>
            <a:ext cx="10717006" cy="692497"/>
          </a:xfrm>
          <a:prstGeom prst="rect">
            <a:avLst/>
          </a:prstGeom>
          <a:noFill/>
        </p:spPr>
        <p:txBody>
          <a:bodyPr wrap="square" lIns="0" tIns="0" rIns="0" bIns="0" anchor="ctr">
            <a:spAutoFit/>
          </a:bodyPr>
          <a:lstStyle/>
          <a:p>
            <a:pPr algn="l"/>
            <a:r>
              <a:rPr lang="ja-JP" sz="1500" b="1" dirty="0">
                <a:solidFill>
                  <a:srgbClr val="3B2F27"/>
                </a:solidFill>
                <a:latin typeface="Noto Sans JP"/>
                <a:ea typeface="Noto Sans JP"/>
                <a:cs typeface="Noto Sans JP"/>
              </a:rPr>
              <a:t>砂に潜る力を持つ砂漠のハンターが、</a:t>
            </a:r>
            <a:r>
              <a:rPr lang="ja-JP" altLang="en-US" sz="1500" b="1" dirty="0">
                <a:solidFill>
                  <a:srgbClr val="3B2F27"/>
                </a:solidFill>
                <a:latin typeface="Noto Sans JP"/>
                <a:ea typeface="Noto Sans JP"/>
                <a:cs typeface="Noto Sans JP"/>
              </a:rPr>
              <a:t>洞窟に陣取る賊たちのアジト</a:t>
            </a:r>
            <a:r>
              <a:rPr lang="ja-JP" sz="1500" b="1" dirty="0">
                <a:solidFill>
                  <a:srgbClr val="3B2F27"/>
                </a:solidFill>
                <a:latin typeface="Noto Sans JP"/>
                <a:ea typeface="Noto Sans JP"/>
                <a:cs typeface="Noto Sans JP"/>
              </a:rPr>
              <a:t>で、砂に潜って敵に忍び寄り弾薬を補給しては浮上して撃つことを繰り返して、各エリアの敵を全滅させて制圧し、最終的に</a:t>
            </a:r>
            <a:r>
              <a:rPr lang="ja-JP" altLang="en-US" sz="1500" b="1" dirty="0">
                <a:solidFill>
                  <a:srgbClr val="3B2F27"/>
                </a:solidFill>
                <a:latin typeface="Noto Sans JP"/>
                <a:ea typeface="Noto Sans JP"/>
                <a:cs typeface="Noto Sans JP"/>
              </a:rPr>
              <a:t>ボス</a:t>
            </a:r>
            <a:r>
              <a:rPr lang="ja-JP" sz="1500" b="1" dirty="0">
                <a:solidFill>
                  <a:srgbClr val="3B2F27"/>
                </a:solidFill>
                <a:latin typeface="Noto Sans JP"/>
                <a:ea typeface="Noto Sans JP"/>
                <a:cs typeface="Noto Sans JP"/>
              </a:rPr>
              <a:t>を倒して</a:t>
            </a:r>
            <a:r>
              <a:rPr lang="ja-JP" altLang="en-US" sz="1500" b="1" dirty="0">
                <a:solidFill>
                  <a:srgbClr val="3B2F27"/>
                </a:solidFill>
                <a:latin typeface="Noto Sans JP"/>
                <a:ea typeface="Noto Sans JP"/>
                <a:cs typeface="Noto Sans JP"/>
              </a:rPr>
              <a:t>報酬金を手に入れる</a:t>
            </a:r>
            <a:r>
              <a:rPr lang="ja-JP" sz="1500" b="1" dirty="0">
                <a:solidFill>
                  <a:srgbClr val="3B2F27"/>
                </a:solidFill>
                <a:latin typeface="Noto Sans JP"/>
                <a:ea typeface="Noto Sans JP"/>
                <a:cs typeface="Noto Sans JP"/>
              </a:rPr>
              <a:t>、</a:t>
            </a:r>
            <a:endParaRPr lang="en-US" altLang="ja-JP" sz="1500" b="1" dirty="0">
              <a:solidFill>
                <a:srgbClr val="3B2F27"/>
              </a:solidFill>
              <a:latin typeface="Noto Sans JP"/>
              <a:ea typeface="Noto Sans JP"/>
              <a:cs typeface="Noto Sans JP"/>
            </a:endParaRPr>
          </a:p>
          <a:p>
            <a:pPr algn="l"/>
            <a:r>
              <a:rPr lang="ja-JP" altLang="en-US" sz="1500" b="1" dirty="0">
                <a:solidFill>
                  <a:srgbClr val="3B2F27"/>
                </a:solidFill>
                <a:latin typeface="Noto Sans JP"/>
                <a:ea typeface="Noto Sans JP"/>
                <a:cs typeface="Noto Sans JP"/>
              </a:rPr>
              <a:t>ステルス</a:t>
            </a:r>
            <a:r>
              <a:rPr lang="ja-JP" sz="1500" b="1" dirty="0">
                <a:solidFill>
                  <a:srgbClr val="3B2F27"/>
                </a:solidFill>
                <a:latin typeface="Noto Sans JP"/>
                <a:ea typeface="Noto Sans JP"/>
                <a:cs typeface="Noto Sans JP"/>
              </a:rPr>
              <a:t>3Dシューティングゲーム</a:t>
            </a:r>
          </a:p>
        </p:txBody>
      </p:sp>
      <p:sp>
        <p:nvSpPr>
          <p:cNvPr id="18" name="テキスト ボックス 17">
            <a:extLst>
              <a:ext uri="{FF2B5EF4-FFF2-40B4-BE49-F238E27FC236}">
                <a16:creationId xmlns:a16="http://schemas.microsoft.com/office/drawing/2014/main" id="{86417D79-34EE-C8BB-0C6B-66DB8F14EF44}"/>
              </a:ext>
            </a:extLst>
          </p:cNvPr>
          <p:cNvSpPr txBox="1"/>
          <p:nvPr/>
        </p:nvSpPr>
        <p:spPr>
          <a:xfrm>
            <a:off x="7510644" y="511254"/>
            <a:ext cx="2052165" cy="369332"/>
          </a:xfrm>
          <a:prstGeom prst="rect">
            <a:avLst/>
          </a:prstGeom>
          <a:noFill/>
        </p:spPr>
        <p:txBody>
          <a:bodyPr wrap="none" rtlCol="0">
            <a:spAutoFit/>
          </a:bodyPr>
          <a:lstStyle/>
          <a:p>
            <a:r>
              <a:rPr lang="en-US" altLang="ja-JP" dirty="0"/>
              <a:t>CAVERN</a:t>
            </a:r>
            <a:r>
              <a:rPr lang="ja-JP" altLang="ja-JP" dirty="0"/>
              <a:t> AMBUSH</a:t>
            </a:r>
            <a:endParaRPr kumimoji="1"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21408" y="228600"/>
            <a:ext cx="3840480" cy="502920"/>
          </a:xfrm>
          <a:prstGeom prst="rect">
            <a:avLst/>
          </a:prstGeom>
          <a:noFill/>
        </p:spPr>
        <p:txBody>
          <a:bodyPr wrap="none">
            <a:spAutoFit/>
          </a:bodyPr>
          <a:lstStyle/>
          <a:p>
            <a:r>
              <a:rPr sz="2700" b="1">
                <a:solidFill>
                  <a:srgbClr val="2E2721"/>
                </a:solidFill>
                <a:latin typeface="Yu Gothic"/>
              </a:rPr>
              <a:t>イメージマップ</a:t>
            </a:r>
          </a:p>
        </p:txBody>
      </p:sp>
      <p:sp>
        <p:nvSpPr>
          <p:cNvPr id="4" name="Rounded Rectangle 3"/>
          <p:cNvSpPr/>
          <p:nvPr/>
        </p:nvSpPr>
        <p:spPr>
          <a:xfrm>
            <a:off x="321564" y="720771"/>
            <a:ext cx="11548872" cy="5678424"/>
          </a:xfrm>
          <a:prstGeom prst="roundRect">
            <a:avLst/>
          </a:prstGeom>
          <a:solidFill>
            <a:srgbClr val="FFFDF9"/>
          </a:solidFill>
          <a:ln w="13970">
            <a:solidFill>
              <a:srgbClr val="DD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マップ_断面.png"/>
          <p:cNvPicPr>
            <a:picLocks noChangeAspect="1"/>
          </p:cNvPicPr>
          <p:nvPr/>
        </p:nvPicPr>
        <p:blipFill>
          <a:blip r:embed="rId3"/>
          <a:stretch>
            <a:fillRect/>
          </a:stretch>
        </p:blipFill>
        <p:spPr>
          <a:xfrm>
            <a:off x="845250" y="934224"/>
            <a:ext cx="10501500" cy="5203005"/>
          </a:xfrm>
          <a:prstGeom prst="rect">
            <a:avLst/>
          </a:prstGeom>
        </p:spPr>
      </p:pic>
      <p:sp>
        <p:nvSpPr>
          <p:cNvPr id="6" name="Rounded Rectangle 5"/>
          <p:cNvSpPr/>
          <p:nvPr/>
        </p:nvSpPr>
        <p:spPr>
          <a:xfrm>
            <a:off x="1921463" y="4743432"/>
            <a:ext cx="2633471" cy="1189697"/>
          </a:xfrm>
          <a:prstGeom prst="roundRect">
            <a:avLst/>
          </a:prstGeom>
          <a:solidFill>
            <a:srgbClr val="F8EDE0"/>
          </a:solidFill>
          <a:ln w="8890">
            <a:solidFill>
              <a:srgbClr val="DEC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dirty="0">
                <a:solidFill>
                  <a:srgbClr val="BE3D0A"/>
                </a:solidFill>
                <a:latin typeface="Yu Gothic"/>
              </a:rPr>
              <a:t> </a:t>
            </a:r>
            <a:r>
              <a:rPr sz="3600" b="1" dirty="0">
                <a:solidFill>
                  <a:srgbClr val="BE3D0A"/>
                </a:solidFill>
                <a:latin typeface="Yu Gothic"/>
              </a:rPr>
              <a:t>ステージ1</a:t>
            </a:r>
          </a:p>
        </p:txBody>
      </p:sp>
      <p:sp>
        <p:nvSpPr>
          <p:cNvPr id="7" name="Rounded Rectangle 6"/>
          <p:cNvSpPr/>
          <p:nvPr/>
        </p:nvSpPr>
        <p:spPr>
          <a:xfrm>
            <a:off x="4869529" y="4750412"/>
            <a:ext cx="2326834" cy="1189697"/>
          </a:xfrm>
          <a:prstGeom prst="roundRect">
            <a:avLst/>
          </a:prstGeom>
          <a:solidFill>
            <a:srgbClr val="F8EDE0"/>
          </a:solidFill>
          <a:ln w="8890">
            <a:solidFill>
              <a:srgbClr val="DEC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200" b="1" dirty="0">
                <a:solidFill>
                  <a:srgbClr val="BE3D0A"/>
                </a:solidFill>
                <a:latin typeface="Yu Gothic"/>
              </a:rPr>
              <a:t>ステージ2</a:t>
            </a:r>
          </a:p>
        </p:txBody>
      </p:sp>
      <p:sp>
        <p:nvSpPr>
          <p:cNvPr id="8" name="Rounded Rectangle 7"/>
          <p:cNvSpPr/>
          <p:nvPr/>
        </p:nvSpPr>
        <p:spPr>
          <a:xfrm>
            <a:off x="7510958" y="4762838"/>
            <a:ext cx="2926080" cy="1177271"/>
          </a:xfrm>
          <a:prstGeom prst="roundRect">
            <a:avLst/>
          </a:prstGeom>
          <a:solidFill>
            <a:srgbClr val="F8EDE0"/>
          </a:solidFill>
          <a:ln w="8890">
            <a:solidFill>
              <a:srgbClr val="DEC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600" b="1" dirty="0" err="1">
                <a:solidFill>
                  <a:srgbClr val="BE3D0A"/>
                </a:solidFill>
                <a:latin typeface="Yu Gothic"/>
              </a:rPr>
              <a:t>ボス戦部屋</a:t>
            </a:r>
            <a:endParaRPr sz="3600" b="1" dirty="0">
              <a:solidFill>
                <a:srgbClr val="BE3D0A"/>
              </a:solidFill>
              <a:latin typeface="Yu Gothic"/>
            </a:endParaRPr>
          </a:p>
        </p:txBody>
      </p:sp>
      <p:sp>
        <p:nvSpPr>
          <p:cNvPr id="11" name="Text 0">
            <a:extLst>
              <a:ext uri="{FF2B5EF4-FFF2-40B4-BE49-F238E27FC236}">
                <a16:creationId xmlns:a16="http://schemas.microsoft.com/office/drawing/2014/main" id="{08F27AAB-3CF6-F6FA-34AD-D0C167F9347F}"/>
              </a:ext>
            </a:extLst>
          </p:cNvPr>
          <p:cNvSpPr/>
          <p:nvPr/>
        </p:nvSpPr>
        <p:spPr>
          <a:xfrm>
            <a:off x="446786" y="304839"/>
            <a:ext cx="1549400" cy="350441"/>
          </a:xfrm>
          <a:prstGeom prst="roundRect">
            <a:avLst>
              <a:gd name="adj" fmla="val 50000"/>
            </a:avLst>
          </a:prstGeom>
          <a:solidFill>
            <a:srgbClr val="C2410C"/>
          </a:solidFill>
          <a:ln/>
        </p:spPr>
        <p:txBody>
          <a:bodyPr wrap="none" lIns="0" tIns="0" rIns="0" bIns="0" rtlCol="0" anchor="ctr">
            <a:normAutofit/>
          </a:bodyPr>
          <a:lstStyle/>
          <a:p>
            <a:pPr marL="0" indent="0" algn="ctr">
              <a:lnSpc>
                <a:spcPts val="1960"/>
              </a:lnSpc>
              <a:buNone/>
            </a:pPr>
            <a:r>
              <a:rPr lang="en-US" sz="1400" b="1" dirty="0" err="1">
                <a:solidFill>
                  <a:srgbClr val="FBF8F2"/>
                </a:solidFill>
                <a:latin typeface="Noto Sans JP" pitchFamily="34" charset="0"/>
                <a:ea typeface="Noto Sans JP" pitchFamily="34" charset="-122"/>
                <a:cs typeface="Noto Sans JP" pitchFamily="34" charset="-120"/>
              </a:rPr>
              <a:t>企画書シート</a:t>
            </a:r>
            <a:r>
              <a:rPr lang="ja-JP" altLang="en-US" sz="1400" b="1" dirty="0">
                <a:solidFill>
                  <a:srgbClr val="FBF8F2"/>
                </a:solidFill>
                <a:latin typeface="Noto Sans JP" pitchFamily="34" charset="0"/>
                <a:ea typeface="Noto Sans JP" pitchFamily="34" charset="-122"/>
                <a:cs typeface="Noto Sans JP" pitchFamily="34" charset="-120"/>
              </a:rPr>
              <a:t>３</a:t>
            </a:r>
            <a:endParaRPr lang="en-US" sz="1400" dirty="0"/>
          </a:p>
        </p:txBody>
      </p:sp>
    </p:spTree>
    <p:extLst>
      <p:ext uri="{BB962C8B-B14F-4D97-AF65-F5344CB8AC3E}">
        <p14:creationId xmlns:p14="http://schemas.microsoft.com/office/powerpoint/2010/main" val="116250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800" y="515640"/>
            <a:ext cx="1549400" cy="350441"/>
          </a:xfrm>
          <a:prstGeom prst="roundRect">
            <a:avLst>
              <a:gd name="adj" fmla="val 50000"/>
            </a:avLst>
          </a:prstGeom>
          <a:solidFill>
            <a:srgbClr val="C2410C"/>
          </a:solidFill>
          <a:ln/>
        </p:spPr>
        <p:txBody>
          <a:bodyPr wrap="none" lIns="0" tIns="0" rIns="0" bIns="0" rtlCol="0" anchor="ctr">
            <a:normAutofit/>
          </a:bodyPr>
          <a:lstStyle/>
          <a:p>
            <a:pPr marL="0" indent="0" algn="ctr">
              <a:lnSpc>
                <a:spcPts val="1960"/>
              </a:lnSpc>
              <a:buNone/>
            </a:pPr>
            <a:r>
              <a:rPr lang="en-US" sz="1400" b="1" dirty="0" err="1">
                <a:solidFill>
                  <a:srgbClr val="FBF8F2"/>
                </a:solidFill>
                <a:latin typeface="Noto Sans JP" pitchFamily="34" charset="0"/>
                <a:ea typeface="Noto Sans JP" pitchFamily="34" charset="-122"/>
                <a:cs typeface="Noto Sans JP" pitchFamily="34" charset="-120"/>
              </a:rPr>
              <a:t>企画書シート</a:t>
            </a:r>
            <a:r>
              <a:rPr lang="ja-JP" altLang="en-US" sz="1400" b="1" dirty="0">
                <a:solidFill>
                  <a:srgbClr val="FBF8F2"/>
                </a:solidFill>
                <a:latin typeface="Noto Sans JP" pitchFamily="34" charset="0"/>
                <a:ea typeface="Noto Sans JP" pitchFamily="34" charset="-122"/>
                <a:cs typeface="Noto Sans JP" pitchFamily="34" charset="-120"/>
              </a:rPr>
              <a:t>４</a:t>
            </a:r>
            <a:endParaRPr lang="en-US" sz="1400" dirty="0"/>
          </a:p>
        </p:txBody>
      </p:sp>
      <p:sp>
        <p:nvSpPr>
          <p:cNvPr id="3" name="Text 1"/>
          <p:cNvSpPr>
            <a:spLocks noGrp="1"/>
          </p:cNvSpPr>
          <p:nvPr>
            <p:ph type="title"/>
          </p:nvPr>
        </p:nvSpPr>
        <p:spPr>
          <a:xfrm>
            <a:off x="2514600" y="457200"/>
            <a:ext cx="2184400" cy="492720"/>
          </a:xfrm>
          <a:prstGeom prst="rect">
            <a:avLst/>
          </a:prstGeom>
          <a:noFill/>
          <a:ln/>
        </p:spPr>
        <p:txBody>
          <a:bodyPr wrap="square" lIns="0" tIns="0" rIns="0" bIns="0" rtlCol="0" anchor="t">
            <a:normAutofit/>
          </a:bodyPr>
          <a:lstStyle/>
          <a:p>
            <a:pPr marL="0" indent="0" algn="l">
              <a:lnSpc>
                <a:spcPts val="3680"/>
              </a:lnSpc>
              <a:buNone/>
            </a:pPr>
            <a:r>
              <a:rPr lang="en-US" sz="3200" b="1" i="0">
                <a:solidFill>
                  <a:srgbClr val="2B2622"/>
                </a:solidFill>
                <a:latin typeface="M PLUS Rounded 1c" pitchFamily="34" charset="0"/>
                <a:ea typeface="M PLUS Rounded 1c" pitchFamily="34" charset="-122"/>
                <a:cs typeface="M PLUS Rounded 1c" pitchFamily="34" charset="-120"/>
              </a:rPr>
              <a:t>ゲーム画面</a:t>
            </a:r>
            <a:endParaRPr lang="en-US" sz="3200"/>
          </a:p>
        </p:txBody>
      </p:sp>
      <p:sp>
        <p:nvSpPr>
          <p:cNvPr id="4" name="Text 2"/>
          <p:cNvSpPr/>
          <p:nvPr/>
        </p:nvSpPr>
        <p:spPr>
          <a:xfrm>
            <a:off x="4699000" y="566440"/>
            <a:ext cx="4697016" cy="274241"/>
          </a:xfrm>
          <a:prstGeom prst="rect">
            <a:avLst/>
          </a:prstGeom>
          <a:noFill/>
          <a:ln/>
        </p:spPr>
        <p:txBody>
          <a:bodyPr wrap="square" lIns="0" tIns="0" rIns="0" bIns="0" rtlCol="0" anchor="t">
            <a:normAutofit/>
          </a:bodyPr>
          <a:lstStyle/>
          <a:p>
            <a:pPr marL="0" indent="0" algn="l">
              <a:lnSpc>
                <a:spcPts val="1960"/>
              </a:lnSpc>
              <a:buNone/>
            </a:pPr>
            <a:r>
              <a:rPr lang="en-US" sz="1400">
                <a:solidFill>
                  <a:srgbClr val="6B625A"/>
                </a:solidFill>
                <a:latin typeface="Noto Sans JP" pitchFamily="34" charset="0"/>
                <a:ea typeface="Noto Sans JP" pitchFamily="34" charset="-122"/>
                <a:cs typeface="Noto Sans JP" pitchFamily="34" charset="-120"/>
              </a:rPr>
              <a:t>視点・UI・スクロール方向などがわかるように！</a:t>
            </a:r>
            <a:endParaRPr lang="en-US" sz="1400"/>
          </a:p>
        </p:txBody>
      </p:sp>
      <p:sp>
        <p:nvSpPr>
          <p:cNvPr id="5" name="Text 3"/>
          <p:cNvSpPr/>
          <p:nvPr/>
        </p:nvSpPr>
        <p:spPr>
          <a:xfrm>
            <a:off x="814854" y="1116327"/>
            <a:ext cx="10547350" cy="4160520"/>
          </a:xfrm>
          <a:prstGeom prst="roundRect">
            <a:avLst>
              <a:gd name="adj" fmla="val 1991"/>
            </a:avLst>
          </a:prstGeom>
          <a:solidFill>
            <a:srgbClr val="FFFDF9"/>
          </a:solidFill>
          <a:ln w="19050">
            <a:solidFill>
              <a:srgbClr val="D9CFC2"/>
            </a:solidFill>
            <a:prstDash val="dash"/>
          </a:ln>
        </p:spPr>
        <p:txBody>
          <a:bodyPr wrap="square" lIns="185757" tIns="185757" rIns="185757" bIns="185757" rtlCol="0" anchor="ctr">
            <a:normAutofit/>
          </a:bodyPr>
          <a:lstStyle/>
          <a:p>
            <a:pPr marL="0" indent="0" algn="ctr">
              <a:lnSpc>
                <a:spcPts val="2240"/>
              </a:lnSpc>
              <a:buNone/>
            </a:pPr>
            <a:endParaRPr lang="en-US" sz="1600" dirty="0"/>
          </a:p>
        </p:txBody>
      </p:sp>
      <p:sp>
        <p:nvSpPr>
          <p:cNvPr id="6" name="Text 4"/>
          <p:cNvSpPr/>
          <p:nvPr/>
        </p:nvSpPr>
        <p:spPr>
          <a:xfrm>
            <a:off x="819150" y="5394960"/>
            <a:ext cx="10553700" cy="996696"/>
          </a:xfrm>
          <a:prstGeom prst="roundRect">
            <a:avLst>
              <a:gd name="adj" fmla="val 18476"/>
            </a:avLst>
          </a:prstGeom>
          <a:solidFill>
            <a:srgbClr val="FFFDF9"/>
          </a:solidFill>
          <a:ln w="12700">
            <a:solidFill>
              <a:srgbClr val="D9CFC2"/>
            </a:solidFill>
            <a:prstDash val="solid"/>
          </a:ln>
        </p:spPr>
        <p:txBody>
          <a:bodyPr wrap="square" lIns="156252" tIns="91440" rIns="0" bIns="91440" rtlCol="0" anchor="t">
            <a:noAutofit/>
          </a:bodyPr>
          <a:lstStyle/>
          <a:p>
            <a:pPr marL="0" indent="0" algn="l">
              <a:lnSpc>
                <a:spcPts val="1960"/>
              </a:lnSpc>
              <a:buNone/>
            </a:pPr>
            <a:r>
              <a:rPr lang="en-US" sz="1200" b="1" dirty="0" err="1">
                <a:solidFill>
                  <a:srgbClr val="C2410C"/>
                </a:solidFill>
                <a:latin typeface="Noto Sans JP" pitchFamily="34" charset="0"/>
                <a:ea typeface="Noto Sans JP" pitchFamily="34" charset="-122"/>
                <a:cs typeface="Noto Sans JP" pitchFamily="34" charset="-120"/>
              </a:rPr>
              <a:t>ゲーム概要（シート❷の概要文</a:t>
            </a:r>
            <a:r>
              <a:rPr lang="en-US" sz="1400" b="1" dirty="0">
                <a:solidFill>
                  <a:srgbClr val="C2410C"/>
                </a:solidFill>
                <a:latin typeface="Noto Sans JP" pitchFamily="34" charset="0"/>
                <a:ea typeface="Noto Sans JP" pitchFamily="34" charset="-122"/>
                <a:cs typeface="Noto Sans JP" pitchFamily="34" charset="-120"/>
              </a:rPr>
              <a:t>）</a:t>
            </a:r>
            <a:r>
              <a:rPr lang="ja-JP" sz="1200" b="0" dirty="0">
                <a:solidFill>
                  <a:srgbClr val="3B2F27"/>
                </a:solidFill>
                <a:latin typeface="Noto Sans JP"/>
                <a:ea typeface="Noto Sans JP"/>
                <a:cs typeface="Noto Sans JP"/>
              </a:rPr>
              <a:t>　砂に潜る力を持つ砂漠のハンターが、</a:t>
            </a:r>
            <a:r>
              <a:rPr lang="ja-JP" altLang="en-US" sz="1200" dirty="0">
                <a:solidFill>
                  <a:srgbClr val="3B2F27"/>
                </a:solidFill>
                <a:latin typeface="Noto Sans JP"/>
                <a:ea typeface="Noto Sans JP"/>
                <a:cs typeface="Noto Sans JP"/>
              </a:rPr>
              <a:t>洞窟</a:t>
            </a:r>
            <a:r>
              <a:rPr lang="ja-JP" altLang="en-US" sz="1200" b="0" dirty="0">
                <a:solidFill>
                  <a:srgbClr val="3B2F27"/>
                </a:solidFill>
                <a:latin typeface="Noto Sans JP"/>
                <a:ea typeface="Noto Sans JP"/>
                <a:cs typeface="Noto Sans JP"/>
              </a:rPr>
              <a:t>に陣取る</a:t>
            </a:r>
            <a:r>
              <a:rPr lang="ja-JP" altLang="en-US" sz="1200" dirty="0">
                <a:solidFill>
                  <a:srgbClr val="3B2F27"/>
                </a:solidFill>
                <a:latin typeface="Noto Sans JP"/>
                <a:ea typeface="Noto Sans JP"/>
                <a:cs typeface="Noto Sans JP"/>
              </a:rPr>
              <a:t>賊</a:t>
            </a:r>
            <a:r>
              <a:rPr lang="ja-JP" altLang="en-US" sz="1200" b="0" dirty="0">
                <a:solidFill>
                  <a:srgbClr val="3B2F27"/>
                </a:solidFill>
                <a:latin typeface="Noto Sans JP"/>
                <a:ea typeface="Noto Sans JP"/>
                <a:cs typeface="Noto Sans JP"/>
              </a:rPr>
              <a:t>のアジト</a:t>
            </a:r>
            <a:r>
              <a:rPr lang="ja-JP" sz="1200" b="0" dirty="0">
                <a:solidFill>
                  <a:srgbClr val="3B2F27"/>
                </a:solidFill>
                <a:latin typeface="Noto Sans JP"/>
                <a:ea typeface="Noto Sans JP"/>
                <a:cs typeface="Noto Sans JP"/>
              </a:rPr>
              <a:t>で、砂に潜って弾薬を補給し</a:t>
            </a:r>
            <a:r>
              <a:rPr lang="ja-JP" altLang="en-US" sz="1200" b="0" dirty="0">
                <a:solidFill>
                  <a:srgbClr val="3B2F27"/>
                </a:solidFill>
                <a:latin typeface="Noto Sans JP"/>
                <a:ea typeface="Noto Sans JP"/>
                <a:cs typeface="Noto Sans JP"/>
              </a:rPr>
              <a:t>、</a:t>
            </a:r>
            <a:br>
              <a:rPr lang="en-US" altLang="ja-JP" sz="1200" b="0" dirty="0">
                <a:solidFill>
                  <a:srgbClr val="3B2F27"/>
                </a:solidFill>
                <a:latin typeface="Noto Sans JP"/>
                <a:ea typeface="Noto Sans JP"/>
                <a:cs typeface="Noto Sans JP"/>
              </a:rPr>
            </a:br>
            <a:r>
              <a:rPr lang="ja-JP" altLang="en-US" sz="1200" b="0" dirty="0">
                <a:solidFill>
                  <a:srgbClr val="3B2F27"/>
                </a:solidFill>
                <a:latin typeface="Noto Sans JP"/>
                <a:ea typeface="Noto Sans JP"/>
                <a:cs typeface="Noto Sans JP"/>
              </a:rPr>
              <a:t>敵に忍び寄り</a:t>
            </a:r>
            <a:r>
              <a:rPr lang="ja-JP" sz="1200" b="0" dirty="0">
                <a:solidFill>
                  <a:srgbClr val="3B2F27"/>
                </a:solidFill>
                <a:latin typeface="Noto Sans JP"/>
                <a:ea typeface="Noto Sans JP"/>
                <a:cs typeface="Noto Sans JP"/>
              </a:rPr>
              <a:t>浮上して</a:t>
            </a:r>
            <a:r>
              <a:rPr lang="ja-JP" altLang="en-US" sz="1200" b="0" dirty="0">
                <a:solidFill>
                  <a:srgbClr val="3B2F27"/>
                </a:solidFill>
                <a:latin typeface="Noto Sans JP"/>
                <a:ea typeface="Noto Sans JP"/>
                <a:cs typeface="Noto Sans JP"/>
              </a:rPr>
              <a:t>は</a:t>
            </a:r>
            <a:r>
              <a:rPr lang="ja-JP" sz="1200" b="0" dirty="0">
                <a:solidFill>
                  <a:srgbClr val="3B2F27"/>
                </a:solidFill>
                <a:latin typeface="Noto Sans JP"/>
                <a:ea typeface="Noto Sans JP"/>
                <a:cs typeface="Noto Sans JP"/>
              </a:rPr>
              <a:t>撃つことを繰り返して、各エリアの敵を全滅させて制圧し、</a:t>
            </a:r>
            <a:endParaRPr lang="en-US" altLang="ja-JP" sz="1200" b="0" dirty="0">
              <a:solidFill>
                <a:srgbClr val="3B2F27"/>
              </a:solidFill>
              <a:latin typeface="Noto Sans JP"/>
              <a:ea typeface="Noto Sans JP"/>
              <a:cs typeface="Noto Sans JP"/>
            </a:endParaRPr>
          </a:p>
          <a:p>
            <a:pPr>
              <a:lnSpc>
                <a:spcPts val="1960"/>
              </a:lnSpc>
            </a:pPr>
            <a:r>
              <a:rPr lang="ja-JP" sz="1200" b="0" dirty="0">
                <a:solidFill>
                  <a:srgbClr val="3B2F27"/>
                </a:solidFill>
                <a:latin typeface="Noto Sans JP"/>
                <a:ea typeface="Noto Sans JP"/>
                <a:cs typeface="Noto Sans JP"/>
              </a:rPr>
              <a:t>最終的に</a:t>
            </a:r>
            <a:r>
              <a:rPr lang="ja-JP" altLang="en-US" sz="1200" dirty="0">
                <a:solidFill>
                  <a:srgbClr val="3B2F27"/>
                </a:solidFill>
                <a:ea typeface="Noto Sans JP"/>
                <a:cs typeface="Noto Sans JP"/>
              </a:rPr>
              <a:t>ジェットパックで浮遊する能力を持つボス</a:t>
            </a:r>
            <a:r>
              <a:rPr lang="ja-JP" sz="1200" b="0" dirty="0">
                <a:solidFill>
                  <a:srgbClr val="3B2F27"/>
                </a:solidFill>
                <a:latin typeface="Noto Sans JP"/>
                <a:ea typeface="Noto Sans JP"/>
                <a:cs typeface="Noto Sans JP"/>
              </a:rPr>
              <a:t>を倒して</a:t>
            </a:r>
            <a:r>
              <a:rPr lang="ja-JP" altLang="en-US" sz="1200" dirty="0">
                <a:solidFill>
                  <a:srgbClr val="3B2F27"/>
                </a:solidFill>
                <a:latin typeface="Noto Sans JP"/>
                <a:ea typeface="Noto Sans JP"/>
                <a:cs typeface="Noto Sans JP"/>
              </a:rPr>
              <a:t>報酬</a:t>
            </a:r>
            <a:r>
              <a:rPr lang="ja-JP" altLang="en-US" sz="1200" b="0" dirty="0">
                <a:solidFill>
                  <a:srgbClr val="3B2F27"/>
                </a:solidFill>
                <a:latin typeface="Noto Sans JP"/>
                <a:ea typeface="Noto Sans JP"/>
                <a:cs typeface="Noto Sans JP"/>
              </a:rPr>
              <a:t>金を手に入れる</a:t>
            </a:r>
            <a:r>
              <a:rPr lang="ja-JP" sz="1200" b="0" dirty="0">
                <a:solidFill>
                  <a:srgbClr val="3B2F27"/>
                </a:solidFill>
                <a:latin typeface="Noto Sans JP"/>
                <a:ea typeface="Noto Sans JP"/>
                <a:cs typeface="Noto Sans JP"/>
              </a:rPr>
              <a:t>、</a:t>
            </a:r>
            <a:r>
              <a:rPr lang="ja-JP" altLang="en-US" sz="1200" b="0" dirty="0">
                <a:solidFill>
                  <a:srgbClr val="3B2F27"/>
                </a:solidFill>
                <a:latin typeface="Noto Sans JP"/>
                <a:ea typeface="Noto Sans JP"/>
                <a:cs typeface="Noto Sans JP"/>
              </a:rPr>
              <a:t>ステルス</a:t>
            </a:r>
            <a:r>
              <a:rPr lang="ja-JP" sz="1200" b="0" dirty="0">
                <a:solidFill>
                  <a:srgbClr val="3B2F27"/>
                </a:solidFill>
                <a:latin typeface="Noto Sans JP"/>
                <a:ea typeface="Noto Sans JP"/>
                <a:cs typeface="Noto Sans JP"/>
              </a:rPr>
              <a:t>3Dシューティングゲーム</a:t>
            </a:r>
            <a:endParaRPr lang="en-US" sz="1400" dirty="0"/>
          </a:p>
        </p:txBody>
      </p:sp>
      <p:sp>
        <p:nvSpPr>
          <p:cNvPr id="28" name="TextBox 27"/>
          <p:cNvSpPr txBox="1"/>
          <p:nvPr/>
        </p:nvSpPr>
        <p:spPr>
          <a:xfrm>
            <a:off x="1010194" y="4471126"/>
            <a:ext cx="4526280" cy="200055"/>
          </a:xfrm>
          <a:prstGeom prst="rect">
            <a:avLst/>
          </a:prstGeom>
          <a:noFill/>
        </p:spPr>
        <p:txBody>
          <a:bodyPr wrap="square" lIns="0" tIns="0" rIns="0" bIns="0" anchor="ctr">
            <a:spAutoFit/>
          </a:bodyPr>
          <a:lstStyle/>
          <a:p>
            <a:pPr algn="ctr"/>
            <a:endParaRPr lang="ja-JP" sz="1300" b="1" dirty="0">
              <a:solidFill>
                <a:srgbClr val="C2410C"/>
              </a:solidFill>
              <a:latin typeface="Noto Sans JP"/>
              <a:ea typeface="Noto Sans JP"/>
              <a:cs typeface="Noto Sans JP"/>
            </a:endParaRPr>
          </a:p>
        </p:txBody>
      </p:sp>
      <p:sp>
        <p:nvSpPr>
          <p:cNvPr id="54" name="TextBox 53"/>
          <p:cNvSpPr txBox="1"/>
          <p:nvPr/>
        </p:nvSpPr>
        <p:spPr>
          <a:xfrm>
            <a:off x="6331277" y="4271071"/>
            <a:ext cx="4526280" cy="200055"/>
          </a:xfrm>
          <a:prstGeom prst="rect">
            <a:avLst/>
          </a:prstGeom>
          <a:noFill/>
        </p:spPr>
        <p:txBody>
          <a:bodyPr wrap="square" lIns="0" tIns="0" rIns="0" bIns="0" anchor="ctr">
            <a:spAutoFit/>
          </a:bodyPr>
          <a:lstStyle/>
          <a:p>
            <a:pPr algn="ctr"/>
            <a:endParaRPr lang="ja-JP" sz="1300" b="1" dirty="0">
              <a:solidFill>
                <a:srgbClr val="C2410C"/>
              </a:solidFill>
              <a:latin typeface="Noto Sans JP"/>
              <a:ea typeface="Noto Sans JP"/>
              <a:cs typeface="Noto Sans JP"/>
            </a:endParaRPr>
          </a:p>
        </p:txBody>
      </p:sp>
      <p:sp>
        <p:nvSpPr>
          <p:cNvPr id="56" name="TextBox 55"/>
          <p:cNvSpPr txBox="1"/>
          <p:nvPr/>
        </p:nvSpPr>
        <p:spPr>
          <a:xfrm>
            <a:off x="5731815" y="1939580"/>
            <a:ext cx="713232" cy="276999"/>
          </a:xfrm>
          <a:prstGeom prst="rect">
            <a:avLst/>
          </a:prstGeom>
          <a:noFill/>
        </p:spPr>
        <p:txBody>
          <a:bodyPr wrap="square" lIns="0" tIns="0" rIns="0" bIns="0" anchor="ctr">
            <a:spAutoFit/>
          </a:bodyPr>
          <a:lstStyle/>
          <a:p>
            <a:pPr algn="ctr"/>
            <a:r>
              <a:rPr lang="ja-JP" b="1" dirty="0">
                <a:solidFill>
                  <a:srgbClr val="C2410C"/>
                </a:solidFill>
                <a:latin typeface="Noto Sans JP"/>
                <a:ea typeface="Noto Sans JP"/>
                <a:cs typeface="Noto Sans JP"/>
              </a:rPr>
              <a:t>潜る</a:t>
            </a:r>
          </a:p>
        </p:txBody>
      </p:sp>
      <p:cxnSp>
        <p:nvCxnSpPr>
          <p:cNvPr id="57" name="Connector 56"/>
          <p:cNvCxnSpPr/>
          <p:nvPr/>
        </p:nvCxnSpPr>
        <p:spPr>
          <a:xfrm>
            <a:off x="5785104" y="2294856"/>
            <a:ext cx="621792" cy="0"/>
          </a:xfrm>
          <a:prstGeom prst="line">
            <a:avLst/>
          </a:prstGeom>
          <a:ln w="25400">
            <a:solidFill>
              <a:srgbClr val="C2410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5776744" y="3312886"/>
            <a:ext cx="621792" cy="0"/>
          </a:xfrm>
          <a:prstGeom prst="line">
            <a:avLst/>
          </a:prstGeom>
          <a:ln w="25400">
            <a:solidFill>
              <a:srgbClr val="C241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731024" y="3401436"/>
            <a:ext cx="713232" cy="276999"/>
          </a:xfrm>
          <a:prstGeom prst="rect">
            <a:avLst/>
          </a:prstGeom>
          <a:noFill/>
        </p:spPr>
        <p:txBody>
          <a:bodyPr wrap="square" lIns="0" tIns="0" rIns="0" bIns="0" anchor="ctr">
            <a:spAutoFit/>
          </a:bodyPr>
          <a:lstStyle/>
          <a:p>
            <a:pPr algn="ctr"/>
            <a:r>
              <a:rPr lang="ja-JP" b="1" dirty="0">
                <a:solidFill>
                  <a:srgbClr val="C2410C"/>
                </a:solidFill>
                <a:latin typeface="Noto Sans JP"/>
                <a:ea typeface="Noto Sans JP"/>
                <a:cs typeface="Noto Sans JP"/>
              </a:rPr>
              <a:t>浮上</a:t>
            </a:r>
          </a:p>
        </p:txBody>
      </p:sp>
      <p:pic>
        <p:nvPicPr>
          <p:cNvPr id="10" name="図 9">
            <a:extLst>
              <a:ext uri="{FF2B5EF4-FFF2-40B4-BE49-F238E27FC236}">
                <a16:creationId xmlns:a16="http://schemas.microsoft.com/office/drawing/2014/main" id="{3DB93B32-AAD4-8B83-D2EB-6897FA8A7344}"/>
              </a:ext>
            </a:extLst>
          </p:cNvPr>
          <p:cNvPicPr>
            <a:picLocks noChangeAspect="1"/>
          </p:cNvPicPr>
          <p:nvPr/>
        </p:nvPicPr>
        <p:blipFill>
          <a:blip r:embed="rId3"/>
          <a:stretch>
            <a:fillRect/>
          </a:stretch>
        </p:blipFill>
        <p:spPr>
          <a:xfrm>
            <a:off x="851334" y="1434359"/>
            <a:ext cx="4926992" cy="2774566"/>
          </a:xfrm>
          <a:prstGeom prst="rect">
            <a:avLst/>
          </a:prstGeom>
        </p:spPr>
      </p:pic>
      <p:sp>
        <p:nvSpPr>
          <p:cNvPr id="13" name="テキスト ボックス 12">
            <a:extLst>
              <a:ext uri="{FF2B5EF4-FFF2-40B4-BE49-F238E27FC236}">
                <a16:creationId xmlns:a16="http://schemas.microsoft.com/office/drawing/2014/main" id="{FA69C76C-07BB-8CC4-A808-67FAACA44CBF}"/>
              </a:ext>
            </a:extLst>
          </p:cNvPr>
          <p:cNvSpPr txBox="1"/>
          <p:nvPr/>
        </p:nvSpPr>
        <p:spPr>
          <a:xfrm>
            <a:off x="812800" y="4446076"/>
            <a:ext cx="5240538" cy="923330"/>
          </a:xfrm>
          <a:prstGeom prst="rect">
            <a:avLst/>
          </a:prstGeom>
          <a:noFill/>
        </p:spPr>
        <p:txBody>
          <a:bodyPr wrap="none" rtlCol="0">
            <a:spAutoFit/>
          </a:bodyPr>
          <a:lstStyle/>
          <a:p>
            <a:pPr algn="ctr"/>
            <a:r>
              <a:rPr lang="ja-JP" altLang="ja-JP" dirty="0">
                <a:ea typeface="Noto Sans JP"/>
                <a:cs typeface="Noto Sans JP"/>
              </a:rPr>
              <a:t>プレイヤーモデルは表示せず、画面には銃のみ。</a:t>
            </a:r>
          </a:p>
          <a:p>
            <a:pPr algn="ctr"/>
            <a:r>
              <a:rPr lang="en-US" altLang="ja-JP" dirty="0">
                <a:ea typeface="Noto Sans JP"/>
                <a:cs typeface="Noto Sans JP"/>
              </a:rPr>
              <a:t>(</a:t>
            </a:r>
            <a:r>
              <a:rPr lang="ja-JP" altLang="en-US" dirty="0">
                <a:ea typeface="Noto Sans JP"/>
                <a:cs typeface="Noto Sans JP"/>
              </a:rPr>
              <a:t>一人称視点</a:t>
            </a:r>
            <a:r>
              <a:rPr lang="en-US" altLang="ja-JP" dirty="0">
                <a:ea typeface="Noto Sans JP"/>
                <a:cs typeface="Noto Sans JP"/>
              </a:rPr>
              <a:t>)</a:t>
            </a:r>
            <a:endParaRPr lang="ja-JP" altLang="ja-JP" dirty="0">
              <a:ea typeface="Noto Sans JP"/>
              <a:cs typeface="Noto Sans JP"/>
            </a:endParaRPr>
          </a:p>
          <a:p>
            <a:endParaRPr kumimoji="1" lang="ja-JP" altLang="en-US" dirty="0"/>
          </a:p>
        </p:txBody>
      </p:sp>
      <p:sp>
        <p:nvSpPr>
          <p:cNvPr id="14" name="テキスト ボックス 13">
            <a:extLst>
              <a:ext uri="{FF2B5EF4-FFF2-40B4-BE49-F238E27FC236}">
                <a16:creationId xmlns:a16="http://schemas.microsoft.com/office/drawing/2014/main" id="{6408C34A-A1E8-1A3B-EF83-C9DB5E1ABA61}"/>
              </a:ext>
            </a:extLst>
          </p:cNvPr>
          <p:cNvSpPr txBox="1"/>
          <p:nvPr/>
        </p:nvSpPr>
        <p:spPr>
          <a:xfrm>
            <a:off x="5911756" y="4330916"/>
            <a:ext cx="5717178" cy="1200329"/>
          </a:xfrm>
          <a:prstGeom prst="rect">
            <a:avLst/>
          </a:prstGeom>
          <a:noFill/>
        </p:spPr>
        <p:txBody>
          <a:bodyPr wrap="square" rtlCol="0">
            <a:spAutoFit/>
          </a:bodyPr>
          <a:lstStyle/>
          <a:p>
            <a:pPr algn="ctr"/>
            <a:r>
              <a:rPr lang="ja-JP" altLang="ja-JP" dirty="0">
                <a:ea typeface="Noto Sans JP"/>
                <a:cs typeface="Noto Sans JP"/>
              </a:rPr>
              <a:t>銃は撃てないが敵の弾も当たらない。</a:t>
            </a:r>
            <a:r>
              <a:rPr lang="en-US" altLang="ja-JP" dirty="0">
                <a:ea typeface="Noto Sans JP"/>
                <a:cs typeface="Noto Sans JP"/>
              </a:rPr>
              <a:t>(</a:t>
            </a:r>
            <a:r>
              <a:rPr lang="ja-JP" altLang="en-US" dirty="0">
                <a:ea typeface="Noto Sans JP"/>
                <a:cs typeface="Noto Sans JP"/>
              </a:rPr>
              <a:t>三人称視点</a:t>
            </a:r>
            <a:r>
              <a:rPr lang="en-US" altLang="ja-JP" dirty="0">
                <a:ea typeface="Noto Sans JP"/>
                <a:cs typeface="Noto Sans JP"/>
              </a:rPr>
              <a:t>)</a:t>
            </a:r>
          </a:p>
          <a:p>
            <a:pPr algn="ctr"/>
            <a:r>
              <a:rPr lang="ja-JP" altLang="ja-JP" dirty="0">
                <a:ea typeface="Noto Sans JP"/>
                <a:cs typeface="Noto Sans JP"/>
              </a:rPr>
              <a:t>ただし</a:t>
            </a:r>
            <a:r>
              <a:rPr lang="ja-JP" altLang="en-US" dirty="0">
                <a:ea typeface="Noto Sans JP"/>
                <a:cs typeface="Noto Sans JP"/>
              </a:rPr>
              <a:t>近づくと</a:t>
            </a:r>
            <a:r>
              <a:rPr lang="ja-JP" altLang="ja-JP" dirty="0">
                <a:ea typeface="Noto Sans JP"/>
                <a:cs typeface="Noto Sans JP"/>
              </a:rPr>
              <a:t>敵には感知される。</a:t>
            </a:r>
          </a:p>
          <a:p>
            <a:pPr algn="ctr"/>
            <a:r>
              <a:rPr lang="ja-JP" altLang="ja-JP" dirty="0">
                <a:ea typeface="Noto Sans JP"/>
                <a:cs typeface="Noto Sans JP"/>
              </a:rPr>
              <a:t>地中</a:t>
            </a:r>
            <a:r>
              <a:rPr lang="ja-JP" altLang="en-US" dirty="0">
                <a:ea typeface="Noto Sans JP"/>
                <a:cs typeface="Noto Sans JP"/>
              </a:rPr>
              <a:t>で</a:t>
            </a:r>
            <a:r>
              <a:rPr lang="ja-JP" altLang="ja-JP" dirty="0">
                <a:ea typeface="Noto Sans JP"/>
                <a:cs typeface="Noto Sans JP"/>
              </a:rPr>
              <a:t>弾薬を補給する</a:t>
            </a:r>
          </a:p>
          <a:p>
            <a:endParaRPr kumimoji="1" lang="ja-JP" altLang="en-US" dirty="0"/>
          </a:p>
        </p:txBody>
      </p:sp>
      <p:pic>
        <p:nvPicPr>
          <p:cNvPr id="16" name="図 15">
            <a:extLst>
              <a:ext uri="{FF2B5EF4-FFF2-40B4-BE49-F238E27FC236}">
                <a16:creationId xmlns:a16="http://schemas.microsoft.com/office/drawing/2014/main" id="{50377870-1B13-0E48-D96D-0C5700CF078E}"/>
              </a:ext>
            </a:extLst>
          </p:cNvPr>
          <p:cNvPicPr>
            <a:picLocks noChangeAspect="1"/>
          </p:cNvPicPr>
          <p:nvPr/>
        </p:nvPicPr>
        <p:blipFill>
          <a:blip r:embed="rId4"/>
          <a:stretch>
            <a:fillRect/>
          </a:stretch>
        </p:blipFill>
        <p:spPr>
          <a:xfrm>
            <a:off x="6422187" y="1432857"/>
            <a:ext cx="4924726" cy="27716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800" y="515640"/>
            <a:ext cx="1549400" cy="350441"/>
          </a:xfrm>
          <a:prstGeom prst="roundRect">
            <a:avLst>
              <a:gd name="adj" fmla="val 50000"/>
            </a:avLst>
          </a:prstGeom>
          <a:solidFill>
            <a:srgbClr val="C2410C"/>
          </a:solidFill>
          <a:ln/>
        </p:spPr>
        <p:txBody>
          <a:bodyPr wrap="none" lIns="0" tIns="0" rIns="0" bIns="0" rtlCol="0" anchor="ctr">
            <a:normAutofit/>
          </a:bodyPr>
          <a:lstStyle/>
          <a:p>
            <a:pPr marL="0" indent="0" algn="ctr">
              <a:lnSpc>
                <a:spcPts val="1960"/>
              </a:lnSpc>
              <a:buNone/>
            </a:pPr>
            <a:r>
              <a:rPr lang="en-US" sz="1400" b="1" dirty="0" err="1">
                <a:solidFill>
                  <a:srgbClr val="FBF8F2"/>
                </a:solidFill>
                <a:latin typeface="Noto Sans JP" pitchFamily="34" charset="0"/>
                <a:ea typeface="Noto Sans JP" pitchFamily="34" charset="-122"/>
                <a:cs typeface="Noto Sans JP" pitchFamily="34" charset="-120"/>
              </a:rPr>
              <a:t>企画書シート</a:t>
            </a:r>
            <a:r>
              <a:rPr lang="ja-JP" altLang="en-US" sz="1400" b="1" dirty="0">
                <a:solidFill>
                  <a:srgbClr val="FBF8F2"/>
                </a:solidFill>
                <a:latin typeface="Noto Sans JP" pitchFamily="34" charset="0"/>
                <a:ea typeface="Noto Sans JP" pitchFamily="34" charset="-122"/>
                <a:cs typeface="Noto Sans JP" pitchFamily="34" charset="-120"/>
              </a:rPr>
              <a:t>５</a:t>
            </a:r>
            <a:endParaRPr lang="en-US" sz="1400" dirty="0"/>
          </a:p>
        </p:txBody>
      </p:sp>
      <p:sp>
        <p:nvSpPr>
          <p:cNvPr id="3" name="Text 1"/>
          <p:cNvSpPr>
            <a:spLocks noGrp="1"/>
          </p:cNvSpPr>
          <p:nvPr>
            <p:ph type="title"/>
          </p:nvPr>
        </p:nvSpPr>
        <p:spPr>
          <a:xfrm>
            <a:off x="2514600" y="457200"/>
            <a:ext cx="2590800" cy="492720"/>
          </a:xfrm>
          <a:prstGeom prst="rect">
            <a:avLst/>
          </a:prstGeom>
          <a:noFill/>
          <a:ln/>
        </p:spPr>
        <p:txBody>
          <a:bodyPr wrap="square" lIns="0" tIns="0" rIns="0" bIns="0" rtlCol="0" anchor="t">
            <a:normAutofit/>
          </a:bodyPr>
          <a:lstStyle/>
          <a:p>
            <a:pPr marL="0" indent="0" algn="l">
              <a:lnSpc>
                <a:spcPts val="3680"/>
              </a:lnSpc>
              <a:buNone/>
            </a:pPr>
            <a:r>
              <a:rPr lang="en-US" sz="3200" b="1" i="0">
                <a:solidFill>
                  <a:srgbClr val="2B2622"/>
                </a:solidFill>
                <a:latin typeface="M PLUS Rounded 1c" pitchFamily="34" charset="0"/>
                <a:ea typeface="M PLUS Rounded 1c" pitchFamily="34" charset="-122"/>
                <a:cs typeface="M PLUS Rounded 1c" pitchFamily="34" charset="-120"/>
              </a:rPr>
              <a:t>ゲームの流れ</a:t>
            </a:r>
            <a:endParaRPr lang="en-US" sz="3200"/>
          </a:p>
        </p:txBody>
      </p:sp>
      <p:sp>
        <p:nvSpPr>
          <p:cNvPr id="4" name="Text 2"/>
          <p:cNvSpPr/>
          <p:nvPr/>
        </p:nvSpPr>
        <p:spPr>
          <a:xfrm>
            <a:off x="5105400" y="528340"/>
            <a:ext cx="1676400" cy="325041"/>
          </a:xfrm>
          <a:prstGeom prst="roundRect">
            <a:avLst>
              <a:gd name="adj" fmla="val 15629"/>
            </a:avLst>
          </a:prstGeom>
          <a:solidFill>
            <a:srgbClr val="2B2622"/>
          </a:solidFill>
          <a:ln/>
        </p:spPr>
        <p:txBody>
          <a:bodyPr wrap="none" lIns="0" tIns="0" rIns="0" bIns="0" rtlCol="0" anchor="ctr">
            <a:normAutofit/>
          </a:bodyPr>
          <a:lstStyle/>
          <a:p>
            <a:pPr marL="0" indent="0" algn="ctr">
              <a:lnSpc>
                <a:spcPts val="1960"/>
              </a:lnSpc>
              <a:buNone/>
            </a:pPr>
            <a:r>
              <a:rPr lang="en-US" sz="1400" b="1">
                <a:solidFill>
                  <a:srgbClr val="FBF8F2"/>
                </a:solidFill>
                <a:latin typeface="Noto Sans JP" pitchFamily="34" charset="0"/>
                <a:ea typeface="Noto Sans JP" pitchFamily="34" charset="-122"/>
                <a:cs typeface="Noto Sans JP" pitchFamily="34" charset="-120"/>
              </a:rPr>
              <a:t>必ず絵で描こう！</a:t>
            </a:r>
            <a:endParaRPr lang="en-US" sz="1400"/>
          </a:p>
        </p:txBody>
      </p:sp>
      <p:sp>
        <p:nvSpPr>
          <p:cNvPr id="5" name="Shape 3"/>
          <p:cNvSpPr/>
          <p:nvPr/>
        </p:nvSpPr>
        <p:spPr>
          <a:xfrm>
            <a:off x="237466" y="1946757"/>
            <a:ext cx="3580488" cy="3553604"/>
          </a:xfrm>
          <a:prstGeom prst="roundRect">
            <a:avLst>
              <a:gd name="adj" fmla="val 3298"/>
            </a:avLst>
          </a:prstGeom>
          <a:solidFill>
            <a:srgbClr val="FFFDF9"/>
          </a:solidFill>
          <a:ln w="12700">
            <a:solidFill>
              <a:srgbClr val="D9CFC2"/>
            </a:solidFill>
            <a:prstDash val="solid"/>
          </a:ln>
        </p:spPr>
        <p:txBody>
          <a:bodyPr/>
          <a:lstStyle/>
          <a:p>
            <a:endParaRPr lang="ja-JP" altLang="en-US"/>
          </a:p>
        </p:txBody>
      </p:sp>
      <p:sp>
        <p:nvSpPr>
          <p:cNvPr id="6" name="Text 4"/>
          <p:cNvSpPr/>
          <p:nvPr/>
        </p:nvSpPr>
        <p:spPr>
          <a:xfrm>
            <a:off x="353450" y="2056009"/>
            <a:ext cx="2647881" cy="274241"/>
          </a:xfrm>
          <a:prstGeom prst="rect">
            <a:avLst/>
          </a:prstGeom>
          <a:noFill/>
          <a:ln/>
        </p:spPr>
        <p:txBody>
          <a:bodyPr wrap="square" lIns="0" tIns="0" rIns="0" bIns="0" rtlCol="0" anchor="t">
            <a:normAutofit/>
          </a:bodyPr>
          <a:lstStyle/>
          <a:p>
            <a:pPr marL="0" indent="0" algn="l">
              <a:lnSpc>
                <a:spcPts val="1960"/>
              </a:lnSpc>
              <a:buNone/>
            </a:pPr>
            <a:r>
              <a:rPr lang="en-US" sz="1400" b="1" dirty="0" err="1">
                <a:solidFill>
                  <a:srgbClr val="C2410C"/>
                </a:solidFill>
                <a:latin typeface="Noto Sans JP" pitchFamily="34" charset="0"/>
                <a:ea typeface="Noto Sans JP" pitchFamily="34" charset="-122"/>
                <a:cs typeface="Noto Sans JP" pitchFamily="34" charset="-120"/>
              </a:rPr>
              <a:t>スタート</a:t>
            </a:r>
            <a:endParaRPr lang="en-US" sz="1400" dirty="0"/>
          </a:p>
        </p:txBody>
      </p:sp>
      <p:sp>
        <p:nvSpPr>
          <p:cNvPr id="7" name="Shape 5"/>
          <p:cNvSpPr/>
          <p:nvPr/>
        </p:nvSpPr>
        <p:spPr>
          <a:xfrm>
            <a:off x="430573" y="5054878"/>
            <a:ext cx="2570758" cy="0"/>
          </a:xfrm>
          <a:prstGeom prst="line">
            <a:avLst/>
          </a:prstGeom>
          <a:noFill/>
          <a:ln w="12700">
            <a:solidFill>
              <a:srgbClr val="D9CFC2"/>
            </a:solidFill>
            <a:prstDash val="dash"/>
          </a:ln>
        </p:spPr>
        <p:txBody>
          <a:bodyPr/>
          <a:lstStyle/>
          <a:p>
            <a:endParaRPr lang="ja-JP" altLang="en-US"/>
          </a:p>
        </p:txBody>
      </p:sp>
      <p:sp>
        <p:nvSpPr>
          <p:cNvPr id="8" name="Text 6"/>
          <p:cNvSpPr/>
          <p:nvPr/>
        </p:nvSpPr>
        <p:spPr>
          <a:xfrm>
            <a:off x="492609" y="5138928"/>
            <a:ext cx="2647881" cy="548640"/>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8A7F74"/>
                </a:solidFill>
                <a:latin typeface="Noto Sans JP" pitchFamily="34" charset="0"/>
                <a:ea typeface="Noto Sans JP" pitchFamily="34" charset="-122"/>
                <a:cs typeface="Noto Sans JP" pitchFamily="34" charset="-120"/>
              </a:rPr>
              <a:t>説明</a:t>
            </a:r>
            <a:r>
              <a:rPr lang="en-US" sz="1200" dirty="0">
                <a:solidFill>
                  <a:srgbClr val="8A7F74"/>
                </a:solidFill>
                <a:latin typeface="Noto Sans JP" pitchFamily="34" charset="0"/>
                <a:ea typeface="Noto Sans JP" pitchFamily="34" charset="-122"/>
                <a:cs typeface="Noto Sans JP" pitchFamily="34" charset="-120"/>
              </a:rPr>
              <a:t>：</a:t>
            </a:r>
            <a:r>
              <a:rPr lang="ja-JP" sz="1200" b="0" dirty="0">
                <a:solidFill>
                  <a:srgbClr val="3B2F27"/>
                </a:solidFill>
                <a:latin typeface="Noto Sans JP"/>
                <a:ea typeface="Noto Sans JP"/>
                <a:cs typeface="Noto Sans JP"/>
              </a:rPr>
              <a:t>タイトル画面から開始。</a:t>
            </a:r>
            <a:endParaRPr lang="en-US" sz="1200" dirty="0"/>
          </a:p>
        </p:txBody>
      </p:sp>
      <p:pic>
        <p:nvPicPr>
          <p:cNvPr id="9" name="Image 0" descr="arrow-right"/>
          <p:cNvPicPr>
            <a:picLocks noChangeAspect="1"/>
          </p:cNvPicPr>
          <p:nvPr/>
        </p:nvPicPr>
        <p:blipFill>
          <a:blip r:embed="rId3"/>
          <a:srcRect/>
          <a:stretch/>
        </p:blipFill>
        <p:spPr>
          <a:xfrm>
            <a:off x="3840758" y="3611860"/>
            <a:ext cx="457200" cy="254000"/>
          </a:xfrm>
          <a:prstGeom prst="rect">
            <a:avLst/>
          </a:prstGeom>
        </p:spPr>
      </p:pic>
      <p:sp>
        <p:nvSpPr>
          <p:cNvPr id="10" name="Shape 7"/>
          <p:cNvSpPr/>
          <p:nvPr/>
        </p:nvSpPr>
        <p:spPr>
          <a:xfrm>
            <a:off x="4431307" y="1083270"/>
            <a:ext cx="3759847" cy="5311180"/>
          </a:xfrm>
          <a:prstGeom prst="roundRect">
            <a:avLst>
              <a:gd name="adj" fmla="val 2603"/>
            </a:avLst>
          </a:prstGeom>
          <a:solidFill>
            <a:srgbClr val="FFFDF9"/>
          </a:solidFill>
          <a:ln w="12700">
            <a:solidFill>
              <a:srgbClr val="D9CFC2"/>
            </a:solidFill>
            <a:prstDash val="solid"/>
          </a:ln>
        </p:spPr>
        <p:txBody>
          <a:bodyPr/>
          <a:lstStyle/>
          <a:p>
            <a:endParaRPr lang="ja-JP" altLang="en-US"/>
          </a:p>
        </p:txBody>
      </p:sp>
      <p:sp>
        <p:nvSpPr>
          <p:cNvPr id="11" name="Text 8"/>
          <p:cNvSpPr/>
          <p:nvPr/>
        </p:nvSpPr>
        <p:spPr>
          <a:xfrm>
            <a:off x="4590058" y="1216620"/>
            <a:ext cx="3442347" cy="274241"/>
          </a:xfrm>
          <a:prstGeom prst="rect">
            <a:avLst/>
          </a:prstGeom>
          <a:noFill/>
          <a:ln/>
        </p:spPr>
        <p:txBody>
          <a:bodyPr wrap="square" lIns="0" tIns="0" rIns="0" bIns="0" rtlCol="0" anchor="t">
            <a:normAutofit/>
          </a:bodyPr>
          <a:lstStyle/>
          <a:p>
            <a:pPr marL="0" indent="0" algn="l">
              <a:lnSpc>
                <a:spcPts val="1960"/>
              </a:lnSpc>
              <a:buNone/>
            </a:pPr>
            <a:r>
              <a:rPr lang="en-US" sz="1400" b="1">
                <a:solidFill>
                  <a:srgbClr val="C2410C"/>
                </a:solidFill>
                <a:latin typeface="Noto Sans JP" pitchFamily="34" charset="0"/>
                <a:ea typeface="Noto Sans JP" pitchFamily="34" charset="-122"/>
                <a:cs typeface="Noto Sans JP" pitchFamily="34" charset="-120"/>
              </a:rPr>
              <a:t>プレイ中（繰り返す手段）</a:t>
            </a:r>
            <a:endParaRPr lang="en-US" sz="1400"/>
          </a:p>
        </p:txBody>
      </p:sp>
      <p:sp>
        <p:nvSpPr>
          <p:cNvPr id="12" name="Shape 9"/>
          <p:cNvSpPr/>
          <p:nvPr/>
        </p:nvSpPr>
        <p:spPr>
          <a:xfrm>
            <a:off x="4590058" y="5687568"/>
            <a:ext cx="3342084" cy="0"/>
          </a:xfrm>
          <a:prstGeom prst="line">
            <a:avLst/>
          </a:prstGeom>
          <a:noFill/>
          <a:ln w="12700">
            <a:solidFill>
              <a:srgbClr val="D9CFC2"/>
            </a:solidFill>
            <a:prstDash val="dash"/>
          </a:ln>
        </p:spPr>
        <p:txBody>
          <a:bodyPr/>
          <a:lstStyle/>
          <a:p>
            <a:endParaRPr lang="ja-JP" altLang="en-US"/>
          </a:p>
        </p:txBody>
      </p:sp>
      <p:sp>
        <p:nvSpPr>
          <p:cNvPr id="13" name="Text 10"/>
          <p:cNvSpPr/>
          <p:nvPr/>
        </p:nvSpPr>
        <p:spPr>
          <a:xfrm>
            <a:off x="4590058" y="5760720"/>
            <a:ext cx="3548800" cy="548640"/>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8A7F74"/>
                </a:solidFill>
                <a:latin typeface="Noto Sans JP" pitchFamily="34" charset="0"/>
                <a:ea typeface="Noto Sans JP" pitchFamily="34" charset="-122"/>
                <a:cs typeface="Noto Sans JP" pitchFamily="34" charset="-120"/>
              </a:rPr>
              <a:t>説明</a:t>
            </a:r>
            <a:r>
              <a:rPr lang="en-US" sz="1200" dirty="0">
                <a:solidFill>
                  <a:srgbClr val="8A7F74"/>
                </a:solidFill>
                <a:latin typeface="Noto Sans JP" pitchFamily="34" charset="0"/>
                <a:ea typeface="Noto Sans JP" pitchFamily="34" charset="-122"/>
                <a:cs typeface="Noto Sans JP" pitchFamily="34" charset="-120"/>
              </a:rPr>
              <a:t>：</a:t>
            </a:r>
            <a:r>
              <a:rPr lang="ja-JP" sz="1200" b="0" dirty="0">
                <a:solidFill>
                  <a:srgbClr val="3B2F27"/>
                </a:solidFill>
                <a:latin typeface="Noto Sans JP"/>
                <a:ea typeface="Noto Sans JP"/>
                <a:cs typeface="Noto Sans JP"/>
              </a:rPr>
              <a:t>潜る→忍び寄る・</a:t>
            </a:r>
            <a:r>
              <a:rPr lang="ja-JP" altLang="en-US" sz="1200" dirty="0">
                <a:solidFill>
                  <a:srgbClr val="3B2F27"/>
                </a:solidFill>
                <a:latin typeface="Noto Sans JP"/>
                <a:ea typeface="Noto Sans JP"/>
                <a:cs typeface="Noto Sans JP"/>
              </a:rPr>
              <a:t>リロード</a:t>
            </a:r>
            <a:r>
              <a:rPr lang="ja-JP" sz="1200" b="0" dirty="0">
                <a:solidFill>
                  <a:srgbClr val="3B2F27"/>
                </a:solidFill>
                <a:latin typeface="Noto Sans JP"/>
                <a:ea typeface="Noto Sans JP"/>
                <a:cs typeface="Noto Sans JP"/>
              </a:rPr>
              <a:t>→浮上して</a:t>
            </a:r>
            <a:r>
              <a:rPr lang="ja-JP" altLang="en-US" sz="1200" b="0" dirty="0">
                <a:solidFill>
                  <a:srgbClr val="3B2F27"/>
                </a:solidFill>
                <a:latin typeface="Noto Sans JP"/>
                <a:ea typeface="Noto Sans JP"/>
                <a:cs typeface="Noto Sans JP"/>
              </a:rPr>
              <a:t>撃つ</a:t>
            </a:r>
            <a:r>
              <a:rPr lang="ja-JP" sz="1200" b="0" dirty="0">
                <a:solidFill>
                  <a:srgbClr val="3B2F27"/>
                </a:solidFill>
                <a:latin typeface="Noto Sans JP"/>
                <a:ea typeface="Noto Sans JP"/>
                <a:cs typeface="Noto Sans JP"/>
              </a:rPr>
              <a:t>、をくり返してエリアを制圧</a:t>
            </a:r>
            <a:endParaRPr lang="en-US" sz="1200" dirty="0"/>
          </a:p>
        </p:txBody>
      </p:sp>
      <p:pic>
        <p:nvPicPr>
          <p:cNvPr id="14" name="Image 1" descr="arrow-right"/>
          <p:cNvPicPr>
            <a:picLocks noChangeAspect="1"/>
          </p:cNvPicPr>
          <p:nvPr/>
        </p:nvPicPr>
        <p:blipFill>
          <a:blip r:embed="rId4"/>
          <a:srcRect/>
          <a:stretch/>
        </p:blipFill>
        <p:spPr>
          <a:xfrm>
            <a:off x="8224242" y="2280841"/>
            <a:ext cx="457200" cy="254000"/>
          </a:xfrm>
          <a:prstGeom prst="rect">
            <a:avLst/>
          </a:prstGeom>
        </p:spPr>
      </p:pic>
      <p:pic>
        <p:nvPicPr>
          <p:cNvPr id="15" name="Image 2" descr="arrow-right"/>
          <p:cNvPicPr>
            <a:picLocks noChangeAspect="1"/>
          </p:cNvPicPr>
          <p:nvPr/>
        </p:nvPicPr>
        <p:blipFill>
          <a:blip r:embed="rId5"/>
          <a:srcRect/>
          <a:stretch/>
        </p:blipFill>
        <p:spPr>
          <a:xfrm>
            <a:off x="8224242" y="4942780"/>
            <a:ext cx="457200" cy="254000"/>
          </a:xfrm>
          <a:prstGeom prst="rect">
            <a:avLst/>
          </a:prstGeom>
        </p:spPr>
      </p:pic>
      <p:sp>
        <p:nvSpPr>
          <p:cNvPr id="16" name="Shape 11"/>
          <p:cNvSpPr/>
          <p:nvPr/>
        </p:nvSpPr>
        <p:spPr>
          <a:xfrm>
            <a:off x="8814791" y="949920"/>
            <a:ext cx="3150963" cy="2719090"/>
          </a:xfrm>
          <a:prstGeom prst="roundRect">
            <a:avLst>
              <a:gd name="adj" fmla="val 3724"/>
            </a:avLst>
          </a:prstGeom>
          <a:solidFill>
            <a:srgbClr val="EEF6F1"/>
          </a:solidFill>
          <a:ln w="12700">
            <a:solidFill>
              <a:srgbClr val="2F7D5B"/>
            </a:solidFill>
            <a:prstDash val="solid"/>
          </a:ln>
        </p:spPr>
        <p:txBody>
          <a:bodyPr/>
          <a:lstStyle/>
          <a:p>
            <a:endParaRPr lang="ja-JP" altLang="en-US"/>
          </a:p>
        </p:txBody>
      </p:sp>
      <p:sp>
        <p:nvSpPr>
          <p:cNvPr id="17" name="Text 12"/>
          <p:cNvSpPr/>
          <p:nvPr/>
        </p:nvSpPr>
        <p:spPr>
          <a:xfrm>
            <a:off x="8906325" y="1036025"/>
            <a:ext cx="2307775" cy="274241"/>
          </a:xfrm>
          <a:prstGeom prst="rect">
            <a:avLst/>
          </a:prstGeom>
          <a:noFill/>
          <a:ln/>
        </p:spPr>
        <p:txBody>
          <a:bodyPr wrap="square" lIns="0" tIns="0" rIns="0" bIns="0" rtlCol="0" anchor="t">
            <a:normAutofit/>
          </a:bodyPr>
          <a:lstStyle/>
          <a:p>
            <a:pPr marL="0" indent="0" algn="l">
              <a:lnSpc>
                <a:spcPts val="1960"/>
              </a:lnSpc>
              <a:buNone/>
            </a:pPr>
            <a:r>
              <a:rPr lang="en-US" sz="1400" b="1" dirty="0" err="1">
                <a:solidFill>
                  <a:srgbClr val="2F7D5B"/>
                </a:solidFill>
                <a:latin typeface="Noto Sans JP" pitchFamily="34" charset="0"/>
                <a:ea typeface="Noto Sans JP" pitchFamily="34" charset="-122"/>
                <a:cs typeface="Noto Sans JP" pitchFamily="34" charset="-120"/>
              </a:rPr>
              <a:t>成功</a:t>
            </a:r>
            <a:endParaRPr lang="en-US" sz="1400" dirty="0"/>
          </a:p>
        </p:txBody>
      </p:sp>
      <p:sp>
        <p:nvSpPr>
          <p:cNvPr id="18" name="Text 13"/>
          <p:cNvSpPr/>
          <p:nvPr/>
        </p:nvSpPr>
        <p:spPr>
          <a:xfrm>
            <a:off x="8879644" y="3347418"/>
            <a:ext cx="2920638" cy="548640"/>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6B625A"/>
                </a:solidFill>
                <a:latin typeface="Noto Sans JP" pitchFamily="34" charset="0"/>
                <a:ea typeface="Noto Sans JP" pitchFamily="34" charset="-122"/>
                <a:cs typeface="Noto Sans JP" pitchFamily="34" charset="-120"/>
              </a:rPr>
              <a:t>説明</a:t>
            </a:r>
            <a:r>
              <a:rPr lang="en-US" sz="1200" dirty="0">
                <a:solidFill>
                  <a:srgbClr val="6B625A"/>
                </a:solidFill>
                <a:latin typeface="Noto Sans JP" pitchFamily="34" charset="0"/>
                <a:ea typeface="Noto Sans JP" pitchFamily="34" charset="-122"/>
                <a:cs typeface="Noto Sans JP" pitchFamily="34" charset="-120"/>
              </a:rPr>
              <a:t>：</a:t>
            </a:r>
            <a:r>
              <a:rPr lang="ja-JP" sz="1200" b="0" dirty="0">
                <a:solidFill>
                  <a:srgbClr val="3B2F27"/>
                </a:solidFill>
                <a:latin typeface="Noto Sans JP"/>
                <a:ea typeface="Noto Sans JP"/>
                <a:cs typeface="Noto Sans JP"/>
              </a:rPr>
              <a:t>最深部のボスを倒すとクリア</a:t>
            </a:r>
            <a:endParaRPr lang="en-US" sz="1200" dirty="0"/>
          </a:p>
        </p:txBody>
      </p:sp>
      <p:sp>
        <p:nvSpPr>
          <p:cNvPr id="19" name="Shape 14"/>
          <p:cNvSpPr/>
          <p:nvPr/>
        </p:nvSpPr>
        <p:spPr>
          <a:xfrm>
            <a:off x="8814792" y="3808710"/>
            <a:ext cx="3150962" cy="2585740"/>
          </a:xfrm>
          <a:prstGeom prst="roundRect">
            <a:avLst>
              <a:gd name="adj" fmla="val 3724"/>
            </a:avLst>
          </a:prstGeom>
          <a:solidFill>
            <a:srgbClr val="F3EEEA"/>
          </a:solidFill>
          <a:ln w="12700">
            <a:solidFill>
              <a:srgbClr val="6B625A"/>
            </a:solidFill>
            <a:prstDash val="solid"/>
          </a:ln>
        </p:spPr>
        <p:txBody>
          <a:bodyPr/>
          <a:lstStyle/>
          <a:p>
            <a:endParaRPr lang="ja-JP" altLang="en-US"/>
          </a:p>
        </p:txBody>
      </p:sp>
      <p:sp>
        <p:nvSpPr>
          <p:cNvPr id="20" name="Text 15"/>
          <p:cNvSpPr/>
          <p:nvPr/>
        </p:nvSpPr>
        <p:spPr>
          <a:xfrm>
            <a:off x="8906325" y="3851788"/>
            <a:ext cx="2307775" cy="274241"/>
          </a:xfrm>
          <a:prstGeom prst="rect">
            <a:avLst/>
          </a:prstGeom>
          <a:noFill/>
          <a:ln/>
        </p:spPr>
        <p:txBody>
          <a:bodyPr wrap="square" lIns="0" tIns="0" rIns="0" bIns="0" rtlCol="0" anchor="t">
            <a:normAutofit/>
          </a:bodyPr>
          <a:lstStyle/>
          <a:p>
            <a:pPr marL="0" indent="0" algn="l">
              <a:lnSpc>
                <a:spcPts val="1960"/>
              </a:lnSpc>
              <a:buNone/>
            </a:pPr>
            <a:r>
              <a:rPr lang="en-US" sz="1400" b="1" dirty="0" err="1">
                <a:solidFill>
                  <a:srgbClr val="4A4038"/>
                </a:solidFill>
                <a:latin typeface="Noto Sans JP" pitchFamily="34" charset="0"/>
                <a:ea typeface="Noto Sans JP" pitchFamily="34" charset="-122"/>
                <a:cs typeface="Noto Sans JP" pitchFamily="34" charset="-120"/>
              </a:rPr>
              <a:t>失敗</a:t>
            </a:r>
            <a:endParaRPr lang="en-US" sz="1400" dirty="0"/>
          </a:p>
        </p:txBody>
      </p:sp>
      <p:sp>
        <p:nvSpPr>
          <p:cNvPr id="21" name="Text 16"/>
          <p:cNvSpPr/>
          <p:nvPr/>
        </p:nvSpPr>
        <p:spPr>
          <a:xfrm>
            <a:off x="8973542" y="5905445"/>
            <a:ext cx="2711234" cy="548640"/>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6B625A"/>
                </a:solidFill>
                <a:latin typeface="Noto Sans JP" pitchFamily="34" charset="0"/>
                <a:ea typeface="Noto Sans JP" pitchFamily="34" charset="-122"/>
                <a:cs typeface="Noto Sans JP" pitchFamily="34" charset="-120"/>
              </a:rPr>
              <a:t>説明</a:t>
            </a:r>
            <a:r>
              <a:rPr lang="en-US" sz="1200" dirty="0">
                <a:solidFill>
                  <a:srgbClr val="6B625A"/>
                </a:solidFill>
                <a:latin typeface="Noto Sans JP" pitchFamily="34" charset="0"/>
                <a:ea typeface="Noto Sans JP" pitchFamily="34" charset="-122"/>
                <a:cs typeface="Noto Sans JP" pitchFamily="34" charset="-120"/>
              </a:rPr>
              <a:t>：</a:t>
            </a:r>
            <a:r>
              <a:rPr lang="ja-JP" sz="1200" b="0" dirty="0">
                <a:solidFill>
                  <a:srgbClr val="3B2F27"/>
                </a:solidFill>
                <a:latin typeface="Noto Sans JP"/>
                <a:ea typeface="Noto Sans JP"/>
                <a:cs typeface="Noto Sans JP"/>
              </a:rPr>
              <a:t>HPが0になるとゲームオーバー</a:t>
            </a:r>
            <a:endParaRPr lang="en-US" sz="1200" dirty="0"/>
          </a:p>
        </p:txBody>
      </p:sp>
      <p:sp>
        <p:nvSpPr>
          <p:cNvPr id="24" name="TextBox 23"/>
          <p:cNvSpPr txBox="1"/>
          <p:nvPr/>
        </p:nvSpPr>
        <p:spPr>
          <a:xfrm>
            <a:off x="1024128" y="2570378"/>
            <a:ext cx="2487168" cy="283464"/>
          </a:xfrm>
          <a:prstGeom prst="rect">
            <a:avLst/>
          </a:prstGeom>
          <a:noFill/>
        </p:spPr>
        <p:txBody>
          <a:bodyPr wrap="square" lIns="0" tIns="0" rIns="0" bIns="0" anchor="ctr">
            <a:spAutoFit/>
          </a:bodyPr>
          <a:lstStyle/>
          <a:p>
            <a:pPr algn="ctr"/>
            <a:r>
              <a:rPr lang="ja-JP" sz="900" b="0">
                <a:solidFill>
                  <a:srgbClr val="FFFFFF"/>
                </a:solidFill>
                <a:latin typeface="Noto Sans JP"/>
                <a:ea typeface="Noto Sans JP"/>
                <a:cs typeface="Noto Sans JP"/>
              </a:rPr>
              <a:t>PRESS START</a:t>
            </a:r>
          </a:p>
        </p:txBody>
      </p:sp>
      <p:pic>
        <p:nvPicPr>
          <p:cNvPr id="33" name="図 32">
            <a:extLst>
              <a:ext uri="{FF2B5EF4-FFF2-40B4-BE49-F238E27FC236}">
                <a16:creationId xmlns:a16="http://schemas.microsoft.com/office/drawing/2014/main" id="{924853E9-C069-4135-CFF3-75D33C4B67A7}"/>
              </a:ext>
            </a:extLst>
          </p:cNvPr>
          <p:cNvPicPr>
            <a:picLocks noChangeAspect="1"/>
          </p:cNvPicPr>
          <p:nvPr/>
        </p:nvPicPr>
        <p:blipFill>
          <a:blip r:embed="rId6"/>
          <a:stretch>
            <a:fillRect/>
          </a:stretch>
        </p:blipFill>
        <p:spPr>
          <a:xfrm>
            <a:off x="4458315" y="3651076"/>
            <a:ext cx="3696356" cy="2080305"/>
          </a:xfrm>
          <a:prstGeom prst="rect">
            <a:avLst/>
          </a:prstGeom>
        </p:spPr>
      </p:pic>
      <p:pic>
        <p:nvPicPr>
          <p:cNvPr id="35" name="図 34">
            <a:extLst>
              <a:ext uri="{FF2B5EF4-FFF2-40B4-BE49-F238E27FC236}">
                <a16:creationId xmlns:a16="http://schemas.microsoft.com/office/drawing/2014/main" id="{C29EC140-997C-4F85-3566-A2AB077BBD01}"/>
              </a:ext>
            </a:extLst>
          </p:cNvPr>
          <p:cNvPicPr>
            <a:picLocks noChangeAspect="1"/>
          </p:cNvPicPr>
          <p:nvPr/>
        </p:nvPicPr>
        <p:blipFill>
          <a:blip r:embed="rId7"/>
          <a:stretch>
            <a:fillRect/>
          </a:stretch>
        </p:blipFill>
        <p:spPr>
          <a:xfrm>
            <a:off x="4458315" y="1541433"/>
            <a:ext cx="3694145" cy="2080305"/>
          </a:xfrm>
          <a:prstGeom prst="rect">
            <a:avLst/>
          </a:prstGeom>
        </p:spPr>
      </p:pic>
      <p:pic>
        <p:nvPicPr>
          <p:cNvPr id="38" name="図 37">
            <a:extLst>
              <a:ext uri="{FF2B5EF4-FFF2-40B4-BE49-F238E27FC236}">
                <a16:creationId xmlns:a16="http://schemas.microsoft.com/office/drawing/2014/main" id="{456072AD-551E-EA54-575C-CE8440E4B3E5}"/>
              </a:ext>
            </a:extLst>
          </p:cNvPr>
          <p:cNvPicPr>
            <a:picLocks noChangeAspect="1"/>
          </p:cNvPicPr>
          <p:nvPr/>
        </p:nvPicPr>
        <p:blipFill>
          <a:blip r:embed="rId8"/>
          <a:stretch>
            <a:fillRect/>
          </a:stretch>
        </p:blipFill>
        <p:spPr>
          <a:xfrm>
            <a:off x="8804507" y="1338031"/>
            <a:ext cx="3170798" cy="1981622"/>
          </a:xfrm>
          <a:prstGeom prst="rect">
            <a:avLst/>
          </a:prstGeom>
        </p:spPr>
      </p:pic>
      <p:pic>
        <p:nvPicPr>
          <p:cNvPr id="40" name="図 39">
            <a:extLst>
              <a:ext uri="{FF2B5EF4-FFF2-40B4-BE49-F238E27FC236}">
                <a16:creationId xmlns:a16="http://schemas.microsoft.com/office/drawing/2014/main" id="{87045550-7D5F-D4C7-DB97-4D462E63ED8A}"/>
              </a:ext>
            </a:extLst>
          </p:cNvPr>
          <p:cNvPicPr>
            <a:picLocks noChangeAspect="1"/>
          </p:cNvPicPr>
          <p:nvPr/>
        </p:nvPicPr>
        <p:blipFill>
          <a:blip r:embed="rId9"/>
          <a:stretch>
            <a:fillRect/>
          </a:stretch>
        </p:blipFill>
        <p:spPr>
          <a:xfrm>
            <a:off x="8835597" y="4092836"/>
            <a:ext cx="3111016" cy="1752974"/>
          </a:xfrm>
          <a:prstGeom prst="rect">
            <a:avLst/>
          </a:prstGeom>
        </p:spPr>
      </p:pic>
      <p:pic>
        <p:nvPicPr>
          <p:cNvPr id="23" name="図 22">
            <a:extLst>
              <a:ext uri="{FF2B5EF4-FFF2-40B4-BE49-F238E27FC236}">
                <a16:creationId xmlns:a16="http://schemas.microsoft.com/office/drawing/2014/main" id="{75DFC28F-90CE-32ED-BEEE-485A503A7EA3}"/>
              </a:ext>
            </a:extLst>
          </p:cNvPr>
          <p:cNvPicPr>
            <a:picLocks noChangeAspect="1"/>
          </p:cNvPicPr>
          <p:nvPr/>
        </p:nvPicPr>
        <p:blipFill>
          <a:blip r:embed="rId10"/>
          <a:stretch>
            <a:fillRect/>
          </a:stretch>
        </p:blipFill>
        <p:spPr>
          <a:xfrm>
            <a:off x="255276" y="2659438"/>
            <a:ext cx="3557932" cy="2449123"/>
          </a:xfrm>
          <a:prstGeom prst="rect">
            <a:avLst/>
          </a:prstGeom>
        </p:spPr>
      </p:pic>
    </p:spTree>
  </p:cSld>
  <p:clrMapOvr>
    <a:masterClrMapping/>
  </p:clrMapOvr>
</p:sld>
</file>

<file path=ppt/theme/theme1.xml><?xml version="1.0" encoding="utf-8"?>
<a:theme xmlns:a="http://schemas.openxmlformats.org/drawingml/2006/main" name="ゲーム企画書フォーマット">
  <a:themeElements>
    <a:clrScheme name="ゲーム企画書フォーマット">
      <a:dk1>
        <a:srgbClr val="2B2622"/>
      </a:dk1>
      <a:lt1>
        <a:srgbClr val="FBF8F2"/>
      </a:lt1>
      <a:dk2>
        <a:srgbClr val="5F5B56"/>
      </a:dk2>
      <a:lt2>
        <a:srgbClr val="E6E3DD"/>
      </a:lt2>
      <a:accent1>
        <a:srgbClr val="C2410C"/>
      </a:accent1>
      <a:accent2>
        <a:srgbClr val="2F7D5B"/>
      </a:accent2>
      <a:accent3>
        <a:srgbClr val="8A7F74"/>
      </a:accent3>
      <a:accent4>
        <a:srgbClr val="6B625A"/>
      </a:accent4>
      <a:accent5>
        <a:srgbClr val="4A4038"/>
      </a:accent5>
      <a:accent6>
        <a:srgbClr val="9AA0A6"/>
      </a:accent6>
      <a:hlink>
        <a:srgbClr val="0563C1"/>
      </a:hlink>
      <a:folHlink>
        <a:srgbClr val="954F72"/>
      </a:folHlink>
    </a:clrScheme>
    <a:fontScheme name="ゲーム企画書フォーマット">
      <a:majorFont>
        <a:latin typeface="M PLUS Rounded 1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895A6D704D26147967367B4BB2F9A25" ma:contentTypeVersion="13" ma:contentTypeDescription="新しいドキュメントを作成します。" ma:contentTypeScope="" ma:versionID="2b2e7a7bf8757607c1a120ef4bb8acbd">
  <xsd:schema xmlns:xsd="http://www.w3.org/2001/XMLSchema" xmlns:xs="http://www.w3.org/2001/XMLSchema" xmlns:p="http://schemas.microsoft.com/office/2006/metadata/properties" xmlns:ns2="a40b9fb7-7dc3-4fe5-8aa6-4204c895e2c9" xmlns:ns3="e84289ad-ece5-4db5-8eb4-c0368331babe" targetNamespace="http://schemas.microsoft.com/office/2006/metadata/properties" ma:root="true" ma:fieldsID="b091c6c5826ca50772ffd32e9a10b3ab" ns2:_="" ns3:_="">
    <xsd:import namespace="a40b9fb7-7dc3-4fe5-8aa6-4204c895e2c9"/>
    <xsd:import namespace="e84289ad-ece5-4db5-8eb4-c0368331babe"/>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0b9fb7-7dc3-4fe5-8aa6-4204c895e2c9"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画像タグ" ma:readOnly="false" ma:fieldId="{5cf76f15-5ced-4ddc-b409-7134ff3c332f}" ma:taxonomyMulti="true" ma:sspId="d7a35b73-585a-4466-8984-c7d5a345f0fc"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84289ad-ece5-4db5-8eb4-c0368331babe"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89c76ff3-74a2-48c8-a13f-80f0b635aa77}" ma:internalName="TaxCatchAll" ma:showField="CatchAllData" ma:web="e84289ad-ece5-4db5-8eb4-c0368331bab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84289ad-ece5-4db5-8eb4-c0368331babe" xsi:nil="true"/>
    <lcf76f155ced4ddcb4097134ff3c332f xmlns="a40b9fb7-7dc3-4fe5-8aa6-4204c895e2c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1EBA312-622D-4FFE-8104-5E4AFBCAEE38}">
  <ds:schemaRefs>
    <ds:schemaRef ds:uri="a40b9fb7-7dc3-4fe5-8aa6-4204c895e2c9"/>
    <ds:schemaRef ds:uri="e84289ad-ece5-4db5-8eb4-c0368331bab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E7D30EC-E8F5-4F12-8438-5E3019C81EB0}">
  <ds:schemaRefs>
    <ds:schemaRef ds:uri="http://schemas.microsoft.com/sharepoint/v3/contenttype/forms"/>
  </ds:schemaRefs>
</ds:datastoreItem>
</file>

<file path=customXml/itemProps3.xml><?xml version="1.0" encoding="utf-8"?>
<ds:datastoreItem xmlns:ds="http://schemas.openxmlformats.org/officeDocument/2006/customXml" ds:itemID="{BF661C52-A02C-4B76-A205-65367BC7BCB3}">
  <ds:schemaRefs>
    <ds:schemaRef ds:uri="a40b9fb7-7dc3-4fe5-8aa6-4204c895e2c9"/>
    <ds:schemaRef ds:uri="e84289ad-ece5-4db5-8eb4-c0368331babe"/>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1079</TotalTime>
  <Words>850</Words>
  <Application>Microsoft Office PowerPoint</Application>
  <PresentationFormat>ワイド画面</PresentationFormat>
  <Paragraphs>120</Paragraphs>
  <Slides>5</Slides>
  <Notes>5</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5</vt:i4>
      </vt:variant>
    </vt:vector>
  </HeadingPairs>
  <TitlesOfParts>
    <vt:vector size="13" baseType="lpstr">
      <vt:lpstr>M PLUS Rounded 1c</vt:lpstr>
      <vt:lpstr>Noto Sans JP</vt:lpstr>
      <vt:lpstr>Yu Gothic</vt:lpstr>
      <vt:lpstr>ADLaM Display</vt:lpstr>
      <vt:lpstr>Arial</vt:lpstr>
      <vt:lpstr>Calibri</vt:lpstr>
      <vt:lpstr>Gadugi</vt:lpstr>
      <vt:lpstr>ゲーム企画書フォーマット</vt:lpstr>
      <vt:lpstr>表紙</vt:lpstr>
      <vt:lpstr>ゲーム概要</vt:lpstr>
      <vt:lpstr>PowerPoint プレゼンテーション</vt:lpstr>
      <vt:lpstr>ゲーム画面</vt:lpstr>
      <vt:lpstr>ゲームの流れ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ゲーム企画書フォーマット</dc:title>
  <dc:subject/>
  <dc:creator/>
  <cp:lastModifiedBy>笠井 友斗</cp:lastModifiedBy>
  <cp:revision>16</cp:revision>
  <dcterms:created xsi:type="dcterms:W3CDTF">2026-10-02T04:47:19Z</dcterms:created>
  <dcterms:modified xsi:type="dcterms:W3CDTF">2026-10-16T01:28:06Z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0x0101008895A6D704D26147967367B4BB2F9A25</vt:lpwstr>
  </property>
  <property fmtid="{D5CDD505-2E9C-101B-9397-08002B2CF9AE}" pid="3" name="MediaServiceImageTags">
    <vt:lpwstr/>
  </property>
</Properties>
</file>